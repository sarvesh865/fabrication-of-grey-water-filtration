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9" r:id="rId11"/>
    <p:sldId id="270" r:id="rId12"/>
    <p:sldId id="271" r:id="rId13"/>
    <p:sldId id="272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81" d="100"/>
          <a:sy n="81" d="100"/>
        </p:scale>
        <p:origin x="1459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5.jpg"/><Relationship Id="rId4" Type="http://schemas.openxmlformats.org/officeDocument/2006/relationships/image" Target="../media/image9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5.jpg"/><Relationship Id="rId4" Type="http://schemas.openxmlformats.org/officeDocument/2006/relationships/image" Target="../media/image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ADE6E6-3930-48DC-8402-47E931348D8E}" type="doc">
      <dgm:prSet loTypeId="urn:microsoft.com/office/officeart/2005/8/layout/matrix3" loCatId="matrix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C8F06A4-C8FC-4C54-884A-BCF2F0D8D166}">
      <dgm:prSet/>
      <dgm:spPr/>
      <dgm:t>
        <a:bodyPr/>
        <a:lstStyle/>
        <a:p>
          <a:r>
            <a:rPr lang="en-IN" dirty="0"/>
            <a:t>Water is essential for life and ecosystems.</a:t>
          </a:r>
        </a:p>
      </dgm:t>
    </dgm:pt>
    <dgm:pt modelId="{B1D8D01B-465C-4C2B-B9B3-3D2B1BDECAFD}" type="parTrans" cxnId="{31AB74D2-222C-4AAF-83C7-7FCDCF851237}">
      <dgm:prSet/>
      <dgm:spPr/>
      <dgm:t>
        <a:bodyPr/>
        <a:lstStyle/>
        <a:p>
          <a:endParaRPr lang="en-IN"/>
        </a:p>
      </dgm:t>
    </dgm:pt>
    <dgm:pt modelId="{2B449840-DC8A-44AC-9018-C42BDDE1D0F5}" type="sibTrans" cxnId="{31AB74D2-222C-4AAF-83C7-7FCDCF851237}">
      <dgm:prSet/>
      <dgm:spPr/>
      <dgm:t>
        <a:bodyPr/>
        <a:lstStyle/>
        <a:p>
          <a:endParaRPr lang="en-IN"/>
        </a:p>
      </dgm:t>
    </dgm:pt>
    <dgm:pt modelId="{64332F45-F4AB-40BA-80A4-7876DE8F79D8}">
      <dgm:prSet/>
      <dgm:spPr/>
      <dgm:t>
        <a:bodyPr/>
        <a:lstStyle/>
        <a:p>
          <a:r>
            <a:rPr lang="en-IN" dirty="0"/>
            <a:t>Greywater reuse reduces strain on freshwater resources.</a:t>
          </a:r>
        </a:p>
      </dgm:t>
    </dgm:pt>
    <dgm:pt modelId="{D505F751-4439-4CD8-9727-313EF45F6851}" type="parTrans" cxnId="{A7955E13-B6AE-4EE0-BEAF-EE9CCD8FC01D}">
      <dgm:prSet/>
      <dgm:spPr/>
      <dgm:t>
        <a:bodyPr/>
        <a:lstStyle/>
        <a:p>
          <a:endParaRPr lang="en-IN"/>
        </a:p>
      </dgm:t>
    </dgm:pt>
    <dgm:pt modelId="{14E1B0E7-7938-42A5-BC91-2F37990BD272}" type="sibTrans" cxnId="{A7955E13-B6AE-4EE0-BEAF-EE9CCD8FC01D}">
      <dgm:prSet/>
      <dgm:spPr/>
      <dgm:t>
        <a:bodyPr/>
        <a:lstStyle/>
        <a:p>
          <a:endParaRPr lang="en-IN"/>
        </a:p>
      </dgm:t>
    </dgm:pt>
    <dgm:pt modelId="{A2CD292F-1D8E-48AD-9548-2ABAD6598843}">
      <dgm:prSet/>
      <dgm:spPr/>
      <dgm:t>
        <a:bodyPr/>
        <a:lstStyle/>
        <a:p>
          <a:r>
            <a:rPr lang="en-IN" dirty="0"/>
            <a:t>Greywater: 75%-90% of household wastewater.</a:t>
          </a:r>
        </a:p>
      </dgm:t>
    </dgm:pt>
    <dgm:pt modelId="{76DDA0A3-BD9C-4A12-AFAB-F0D84D4A623A}" type="parTrans" cxnId="{88CCB882-9EF3-4BE6-9A93-B12E86C00F7F}">
      <dgm:prSet/>
      <dgm:spPr/>
      <dgm:t>
        <a:bodyPr/>
        <a:lstStyle/>
        <a:p>
          <a:endParaRPr lang="en-IN"/>
        </a:p>
      </dgm:t>
    </dgm:pt>
    <dgm:pt modelId="{5A98FE16-AE36-44B2-B606-36BE0C7EF69E}" type="sibTrans" cxnId="{88CCB882-9EF3-4BE6-9A93-B12E86C00F7F}">
      <dgm:prSet/>
      <dgm:spPr/>
      <dgm:t>
        <a:bodyPr/>
        <a:lstStyle/>
        <a:p>
          <a:endParaRPr lang="en-IN"/>
        </a:p>
      </dgm:t>
    </dgm:pt>
    <dgm:pt modelId="{7A1BCD13-DC43-48FF-A11C-B77343DE58E1}">
      <dgm:prSet/>
      <dgm:spPr/>
      <dgm:t>
        <a:bodyPr/>
        <a:lstStyle/>
        <a:p>
          <a:r>
            <a:rPr lang="en-IN"/>
            <a:t>Sources: Bathing, kitchen, laundry.</a:t>
          </a:r>
        </a:p>
      </dgm:t>
    </dgm:pt>
    <dgm:pt modelId="{5CB82BC6-1246-4A21-944B-C1222255F8D9}" type="parTrans" cxnId="{F5DA197B-8091-4444-AE46-5E3BF34148B0}">
      <dgm:prSet/>
      <dgm:spPr/>
      <dgm:t>
        <a:bodyPr/>
        <a:lstStyle/>
        <a:p>
          <a:endParaRPr lang="en-IN"/>
        </a:p>
      </dgm:t>
    </dgm:pt>
    <dgm:pt modelId="{0DF9E1FC-77B1-4F94-B3EC-B7D1031184F5}" type="sibTrans" cxnId="{F5DA197B-8091-4444-AE46-5E3BF34148B0}">
      <dgm:prSet/>
      <dgm:spPr/>
      <dgm:t>
        <a:bodyPr/>
        <a:lstStyle/>
        <a:p>
          <a:endParaRPr lang="en-IN"/>
        </a:p>
      </dgm:t>
    </dgm:pt>
    <dgm:pt modelId="{17339447-0819-4472-955A-FC516029D7AB}">
      <dgm:prSet/>
      <dgm:spPr/>
      <dgm:t>
        <a:bodyPr/>
        <a:lstStyle/>
        <a:p>
          <a:endParaRPr lang="en-IN"/>
        </a:p>
      </dgm:t>
    </dgm:pt>
    <dgm:pt modelId="{C104B896-978D-4826-95A3-72BF277B0907}" type="parTrans" cxnId="{F9CBF700-FFC9-41F2-85D5-BCE9604CC057}">
      <dgm:prSet/>
      <dgm:spPr/>
      <dgm:t>
        <a:bodyPr/>
        <a:lstStyle/>
        <a:p>
          <a:endParaRPr lang="en-IN"/>
        </a:p>
      </dgm:t>
    </dgm:pt>
    <dgm:pt modelId="{3DFE5418-FC3E-40F4-8440-6D8DF75CFD3E}" type="sibTrans" cxnId="{F9CBF700-FFC9-41F2-85D5-BCE9604CC057}">
      <dgm:prSet/>
      <dgm:spPr/>
      <dgm:t>
        <a:bodyPr/>
        <a:lstStyle/>
        <a:p>
          <a:endParaRPr lang="en-IN"/>
        </a:p>
      </dgm:t>
    </dgm:pt>
    <dgm:pt modelId="{0E851811-DECB-4BEF-AEA7-7B160D4D58E9}">
      <dgm:prSet/>
      <dgm:spPr/>
      <dgm:t>
        <a:bodyPr/>
        <a:lstStyle/>
        <a:p>
          <a:endParaRPr lang="en-IN"/>
        </a:p>
      </dgm:t>
    </dgm:pt>
    <dgm:pt modelId="{6ADC93EB-5316-47BB-9F40-325095A6533D}" type="parTrans" cxnId="{1ED692E3-7FDA-4270-8961-59AA59E98AE4}">
      <dgm:prSet/>
      <dgm:spPr/>
      <dgm:t>
        <a:bodyPr/>
        <a:lstStyle/>
        <a:p>
          <a:endParaRPr lang="en-IN"/>
        </a:p>
      </dgm:t>
    </dgm:pt>
    <dgm:pt modelId="{05082D90-F57C-4DBB-BED5-EE6D13CC8196}" type="sibTrans" cxnId="{1ED692E3-7FDA-4270-8961-59AA59E98AE4}">
      <dgm:prSet/>
      <dgm:spPr/>
      <dgm:t>
        <a:bodyPr/>
        <a:lstStyle/>
        <a:p>
          <a:endParaRPr lang="en-IN"/>
        </a:p>
      </dgm:t>
    </dgm:pt>
    <dgm:pt modelId="{09D6868C-323A-4CB6-83A7-0544377FB2E9}">
      <dgm:prSet/>
      <dgm:spPr/>
      <dgm:t>
        <a:bodyPr/>
        <a:lstStyle/>
        <a:p>
          <a:endParaRPr lang="en-IN"/>
        </a:p>
      </dgm:t>
    </dgm:pt>
    <dgm:pt modelId="{5B8A7DD7-2205-46D5-862E-8A62F6F8DBAF}" type="parTrans" cxnId="{4617563A-9E24-453E-845D-4D201C528B49}">
      <dgm:prSet/>
      <dgm:spPr/>
      <dgm:t>
        <a:bodyPr/>
        <a:lstStyle/>
        <a:p>
          <a:endParaRPr lang="en-IN"/>
        </a:p>
      </dgm:t>
    </dgm:pt>
    <dgm:pt modelId="{022A7BC5-2A47-4C89-A7DA-235979796E04}" type="sibTrans" cxnId="{4617563A-9E24-453E-845D-4D201C528B49}">
      <dgm:prSet/>
      <dgm:spPr/>
      <dgm:t>
        <a:bodyPr/>
        <a:lstStyle/>
        <a:p>
          <a:endParaRPr lang="en-IN"/>
        </a:p>
      </dgm:t>
    </dgm:pt>
    <dgm:pt modelId="{4E2B76BA-F7E2-45C8-B2D1-4E976015B950}">
      <dgm:prSet/>
      <dgm:spPr/>
      <dgm:t>
        <a:bodyPr/>
        <a:lstStyle/>
        <a:p>
          <a:endParaRPr lang="en-IN"/>
        </a:p>
      </dgm:t>
    </dgm:pt>
    <dgm:pt modelId="{62457CBE-A5E0-42F5-BA22-F2E4820FC445}" type="parTrans" cxnId="{5C0AAA84-01F9-4510-902B-BFCFC92EC1DB}">
      <dgm:prSet/>
      <dgm:spPr/>
      <dgm:t>
        <a:bodyPr/>
        <a:lstStyle/>
        <a:p>
          <a:endParaRPr lang="en-IN"/>
        </a:p>
      </dgm:t>
    </dgm:pt>
    <dgm:pt modelId="{7C6A6125-2FC8-4740-A584-8AA5ABF54384}" type="sibTrans" cxnId="{5C0AAA84-01F9-4510-902B-BFCFC92EC1DB}">
      <dgm:prSet/>
      <dgm:spPr/>
      <dgm:t>
        <a:bodyPr/>
        <a:lstStyle/>
        <a:p>
          <a:endParaRPr lang="en-IN"/>
        </a:p>
      </dgm:t>
    </dgm:pt>
    <dgm:pt modelId="{AF970B8D-0CB7-4A9F-B375-CFBA9188A560}" type="pres">
      <dgm:prSet presAssocID="{74ADE6E6-3930-48DC-8402-47E931348D8E}" presName="matrix" presStyleCnt="0">
        <dgm:presLayoutVars>
          <dgm:chMax val="1"/>
          <dgm:dir/>
          <dgm:resizeHandles val="exact"/>
        </dgm:presLayoutVars>
      </dgm:prSet>
      <dgm:spPr/>
    </dgm:pt>
    <dgm:pt modelId="{3B43B41A-FFFF-4372-BA1D-348907E4654A}" type="pres">
      <dgm:prSet presAssocID="{74ADE6E6-3930-48DC-8402-47E931348D8E}" presName="diamond" presStyleLbl="bgShp" presStyleIdx="0" presStyleCnt="1"/>
      <dgm:spPr/>
    </dgm:pt>
    <dgm:pt modelId="{E13C737C-1074-443B-B685-F733E15B7B3D}" type="pres">
      <dgm:prSet presAssocID="{74ADE6E6-3930-48DC-8402-47E931348D8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5E891C3-A9B4-49DE-AFE9-6F9A31932D2D}" type="pres">
      <dgm:prSet presAssocID="{74ADE6E6-3930-48DC-8402-47E931348D8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651770F-BF2B-4A5F-BCDE-9963659B9074}" type="pres">
      <dgm:prSet presAssocID="{74ADE6E6-3930-48DC-8402-47E931348D8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15DA513-030A-4D19-8EFC-6E0D066C2DE0}" type="pres">
      <dgm:prSet presAssocID="{74ADE6E6-3930-48DC-8402-47E931348D8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9CBF700-FFC9-41F2-85D5-BCE9604CC057}" srcId="{74ADE6E6-3930-48DC-8402-47E931348D8E}" destId="{17339447-0819-4472-955A-FC516029D7AB}" srcOrd="4" destOrd="0" parTransId="{C104B896-978D-4826-95A3-72BF277B0907}" sibTransId="{3DFE5418-FC3E-40F4-8440-6D8DF75CFD3E}"/>
    <dgm:cxn modelId="{A7955E13-B6AE-4EE0-BEAF-EE9CCD8FC01D}" srcId="{74ADE6E6-3930-48DC-8402-47E931348D8E}" destId="{64332F45-F4AB-40BA-80A4-7876DE8F79D8}" srcOrd="1" destOrd="0" parTransId="{D505F751-4439-4CD8-9727-313EF45F6851}" sibTransId="{14E1B0E7-7938-42A5-BC91-2F37990BD272}"/>
    <dgm:cxn modelId="{53636E29-0A2E-48BA-BF81-7728A33DF40E}" type="presOf" srcId="{A2CD292F-1D8E-48AD-9548-2ABAD6598843}" destId="{0651770F-BF2B-4A5F-BCDE-9963659B9074}" srcOrd="0" destOrd="0" presId="urn:microsoft.com/office/officeart/2005/8/layout/matrix3"/>
    <dgm:cxn modelId="{4617563A-9E24-453E-845D-4D201C528B49}" srcId="{74ADE6E6-3930-48DC-8402-47E931348D8E}" destId="{09D6868C-323A-4CB6-83A7-0544377FB2E9}" srcOrd="6" destOrd="0" parTransId="{5B8A7DD7-2205-46D5-862E-8A62F6F8DBAF}" sibTransId="{022A7BC5-2A47-4C89-A7DA-235979796E04}"/>
    <dgm:cxn modelId="{7505C973-B92E-4687-B9C8-DF0E349535D3}" type="presOf" srcId="{74ADE6E6-3930-48DC-8402-47E931348D8E}" destId="{AF970B8D-0CB7-4A9F-B375-CFBA9188A560}" srcOrd="0" destOrd="0" presId="urn:microsoft.com/office/officeart/2005/8/layout/matrix3"/>
    <dgm:cxn modelId="{F1FFF174-7B03-46D6-A14A-5A499709AE70}" type="presOf" srcId="{7A1BCD13-DC43-48FF-A11C-B77343DE58E1}" destId="{B15DA513-030A-4D19-8EFC-6E0D066C2DE0}" srcOrd="0" destOrd="0" presId="urn:microsoft.com/office/officeart/2005/8/layout/matrix3"/>
    <dgm:cxn modelId="{2B7BBE5A-D40D-49E4-892B-A31E9CB202DB}" type="presOf" srcId="{64332F45-F4AB-40BA-80A4-7876DE8F79D8}" destId="{05E891C3-A9B4-49DE-AFE9-6F9A31932D2D}" srcOrd="0" destOrd="0" presId="urn:microsoft.com/office/officeart/2005/8/layout/matrix3"/>
    <dgm:cxn modelId="{F5DA197B-8091-4444-AE46-5E3BF34148B0}" srcId="{74ADE6E6-3930-48DC-8402-47E931348D8E}" destId="{7A1BCD13-DC43-48FF-A11C-B77343DE58E1}" srcOrd="3" destOrd="0" parTransId="{5CB82BC6-1246-4A21-944B-C1222255F8D9}" sibTransId="{0DF9E1FC-77B1-4F94-B3EC-B7D1031184F5}"/>
    <dgm:cxn modelId="{88CCB882-9EF3-4BE6-9A93-B12E86C00F7F}" srcId="{74ADE6E6-3930-48DC-8402-47E931348D8E}" destId="{A2CD292F-1D8E-48AD-9548-2ABAD6598843}" srcOrd="2" destOrd="0" parTransId="{76DDA0A3-BD9C-4A12-AFAB-F0D84D4A623A}" sibTransId="{5A98FE16-AE36-44B2-B606-36BE0C7EF69E}"/>
    <dgm:cxn modelId="{5C0AAA84-01F9-4510-902B-BFCFC92EC1DB}" srcId="{74ADE6E6-3930-48DC-8402-47E931348D8E}" destId="{4E2B76BA-F7E2-45C8-B2D1-4E976015B950}" srcOrd="7" destOrd="0" parTransId="{62457CBE-A5E0-42F5-BA22-F2E4820FC445}" sibTransId="{7C6A6125-2FC8-4740-A584-8AA5ABF54384}"/>
    <dgm:cxn modelId="{11051DD1-8147-4BDF-8FED-BF12016ECC0E}" type="presOf" srcId="{4C8F06A4-C8FC-4C54-884A-BCF2F0D8D166}" destId="{E13C737C-1074-443B-B685-F733E15B7B3D}" srcOrd="0" destOrd="0" presId="urn:microsoft.com/office/officeart/2005/8/layout/matrix3"/>
    <dgm:cxn modelId="{31AB74D2-222C-4AAF-83C7-7FCDCF851237}" srcId="{74ADE6E6-3930-48DC-8402-47E931348D8E}" destId="{4C8F06A4-C8FC-4C54-884A-BCF2F0D8D166}" srcOrd="0" destOrd="0" parTransId="{B1D8D01B-465C-4C2B-B9B3-3D2B1BDECAFD}" sibTransId="{2B449840-DC8A-44AC-9018-C42BDDE1D0F5}"/>
    <dgm:cxn modelId="{1ED692E3-7FDA-4270-8961-59AA59E98AE4}" srcId="{74ADE6E6-3930-48DC-8402-47E931348D8E}" destId="{0E851811-DECB-4BEF-AEA7-7B160D4D58E9}" srcOrd="5" destOrd="0" parTransId="{6ADC93EB-5316-47BB-9F40-325095A6533D}" sibTransId="{05082D90-F57C-4DBB-BED5-EE6D13CC8196}"/>
    <dgm:cxn modelId="{775B63D6-86F8-419F-AE73-AA6108CC637A}" type="presParOf" srcId="{AF970B8D-0CB7-4A9F-B375-CFBA9188A560}" destId="{3B43B41A-FFFF-4372-BA1D-348907E4654A}" srcOrd="0" destOrd="0" presId="urn:microsoft.com/office/officeart/2005/8/layout/matrix3"/>
    <dgm:cxn modelId="{65F0AAE1-6CB1-461D-93FE-926D9B800BEA}" type="presParOf" srcId="{AF970B8D-0CB7-4A9F-B375-CFBA9188A560}" destId="{E13C737C-1074-443B-B685-F733E15B7B3D}" srcOrd="1" destOrd="0" presId="urn:microsoft.com/office/officeart/2005/8/layout/matrix3"/>
    <dgm:cxn modelId="{857860C9-DAA7-48D2-B060-8FBD2A07A56A}" type="presParOf" srcId="{AF970B8D-0CB7-4A9F-B375-CFBA9188A560}" destId="{05E891C3-A9B4-49DE-AFE9-6F9A31932D2D}" srcOrd="2" destOrd="0" presId="urn:microsoft.com/office/officeart/2005/8/layout/matrix3"/>
    <dgm:cxn modelId="{3D7E6F78-7DAA-442F-9963-5A56D970F043}" type="presParOf" srcId="{AF970B8D-0CB7-4A9F-B375-CFBA9188A560}" destId="{0651770F-BF2B-4A5F-BCDE-9963659B9074}" srcOrd="3" destOrd="0" presId="urn:microsoft.com/office/officeart/2005/8/layout/matrix3"/>
    <dgm:cxn modelId="{A0B9491F-909B-4AAB-BE94-B228DB5B2C59}" type="presParOf" srcId="{AF970B8D-0CB7-4A9F-B375-CFBA9188A560}" destId="{B15DA513-030A-4D19-8EFC-6E0D066C2DE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680962-2A9F-4CB9-9DC4-5F010C28C76E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7FAF90D-102A-409A-8A9B-69598E5D0096}">
      <dgm:prSet/>
      <dgm:spPr/>
      <dgm:t>
        <a:bodyPr/>
        <a:lstStyle/>
        <a:p>
          <a:r>
            <a:rPr lang="en-US" dirty="0"/>
            <a:t>Greywater accounts for up to 75% of the wastewater volume produced by households, and this can increase to about 90% if dry toilets are used. It has also been estimated that greywater produced accounts for about 69% of domestic water consumption. </a:t>
          </a:r>
          <a:endParaRPr lang="en-IN" dirty="0"/>
        </a:p>
      </dgm:t>
    </dgm:pt>
    <dgm:pt modelId="{B926C2D8-F49C-45F9-965A-90CF1AD4168A}" type="parTrans" cxnId="{25C76552-2E5C-4941-98DE-700021F8F88D}">
      <dgm:prSet/>
      <dgm:spPr/>
      <dgm:t>
        <a:bodyPr/>
        <a:lstStyle/>
        <a:p>
          <a:endParaRPr lang="en-IN"/>
        </a:p>
      </dgm:t>
    </dgm:pt>
    <dgm:pt modelId="{5260AEBC-8FE2-4656-91BE-7D64DAAC880F}" type="sibTrans" cxnId="{25C76552-2E5C-4941-98DE-700021F8F88D}">
      <dgm:prSet/>
      <dgm:spPr/>
      <dgm:t>
        <a:bodyPr/>
        <a:lstStyle/>
        <a:p>
          <a:endParaRPr lang="en-IN"/>
        </a:p>
      </dgm:t>
    </dgm:pt>
    <dgm:pt modelId="{8CE4EC0C-2CFF-4426-A7CE-17892864A7F9}" type="pres">
      <dgm:prSet presAssocID="{7F680962-2A9F-4CB9-9DC4-5F010C28C76E}" presName="linear" presStyleCnt="0">
        <dgm:presLayoutVars>
          <dgm:animLvl val="lvl"/>
          <dgm:resizeHandles val="exact"/>
        </dgm:presLayoutVars>
      </dgm:prSet>
      <dgm:spPr/>
    </dgm:pt>
    <dgm:pt modelId="{B24AF7E4-7C9E-4B02-8DF9-B37998EB338C}" type="pres">
      <dgm:prSet presAssocID="{07FAF90D-102A-409A-8A9B-69598E5D0096}" presName="parentText" presStyleLbl="node1" presStyleIdx="0" presStyleCnt="1" custScaleY="30412" custLinFactNeighborX="-54645" custLinFactNeighborY="-15109">
        <dgm:presLayoutVars>
          <dgm:chMax val="0"/>
          <dgm:bulletEnabled val="1"/>
        </dgm:presLayoutVars>
      </dgm:prSet>
      <dgm:spPr/>
    </dgm:pt>
  </dgm:ptLst>
  <dgm:cxnLst>
    <dgm:cxn modelId="{EF189033-1CB4-48D9-86D9-58853A54ADF7}" type="presOf" srcId="{07FAF90D-102A-409A-8A9B-69598E5D0096}" destId="{B24AF7E4-7C9E-4B02-8DF9-B37998EB338C}" srcOrd="0" destOrd="0" presId="urn:microsoft.com/office/officeart/2005/8/layout/vList2"/>
    <dgm:cxn modelId="{25C76552-2E5C-4941-98DE-700021F8F88D}" srcId="{7F680962-2A9F-4CB9-9DC4-5F010C28C76E}" destId="{07FAF90D-102A-409A-8A9B-69598E5D0096}" srcOrd="0" destOrd="0" parTransId="{B926C2D8-F49C-45F9-965A-90CF1AD4168A}" sibTransId="{5260AEBC-8FE2-4656-91BE-7D64DAAC880F}"/>
    <dgm:cxn modelId="{0FFFA656-3051-4DCB-A45C-16A85D7DF2E8}" type="presOf" srcId="{7F680962-2A9F-4CB9-9DC4-5F010C28C76E}" destId="{8CE4EC0C-2CFF-4426-A7CE-17892864A7F9}" srcOrd="0" destOrd="0" presId="urn:microsoft.com/office/officeart/2005/8/layout/vList2"/>
    <dgm:cxn modelId="{7BE717D3-D633-4C3F-8A0C-54C6A625D589}" type="presParOf" srcId="{8CE4EC0C-2CFF-4426-A7CE-17892864A7F9}" destId="{B24AF7E4-7C9E-4B02-8DF9-B37998EB33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0EE0A8-3B29-4739-98A2-EBF91416EF0F}" type="doc">
      <dgm:prSet loTypeId="urn:microsoft.com/office/officeart/2005/8/layout/vLis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12F49F4-02EB-46C5-9BF6-C4EFE8DB9CC4}">
      <dgm:prSet/>
      <dgm:spPr/>
      <dgm:t>
        <a:bodyPr/>
        <a:lstStyle/>
        <a:p>
          <a:r>
            <a:rPr lang="en-US" dirty="0"/>
            <a:t>India faces severe water scarcity, especially in semi-arid and urban regions.</a:t>
          </a:r>
          <a:endParaRPr lang="en-IN" dirty="0"/>
        </a:p>
      </dgm:t>
    </dgm:pt>
    <dgm:pt modelId="{DDE669FE-5B4A-4A4F-BE70-A0C4FCBAC327}" type="parTrans" cxnId="{6F75BC84-3805-4E42-8E9A-DFAC7ACAF6DD}">
      <dgm:prSet/>
      <dgm:spPr/>
      <dgm:t>
        <a:bodyPr/>
        <a:lstStyle/>
        <a:p>
          <a:endParaRPr lang="en-IN"/>
        </a:p>
      </dgm:t>
    </dgm:pt>
    <dgm:pt modelId="{E66CEA58-F516-47DE-B768-8397167AEAE4}" type="sibTrans" cxnId="{6F75BC84-3805-4E42-8E9A-DFAC7ACAF6DD}">
      <dgm:prSet/>
      <dgm:spPr/>
      <dgm:t>
        <a:bodyPr/>
        <a:lstStyle/>
        <a:p>
          <a:endParaRPr lang="en-IN"/>
        </a:p>
      </dgm:t>
    </dgm:pt>
    <dgm:pt modelId="{36B74727-DD36-474B-A0A8-16E8F466C4DE}">
      <dgm:prSet/>
      <dgm:spPr/>
      <dgm:t>
        <a:bodyPr/>
        <a:lstStyle/>
        <a:p>
          <a:r>
            <a:rPr lang="en-US" dirty="0"/>
            <a:t>Rainwater harvesting alone is insufficient due to irregular rainfall distribution.</a:t>
          </a:r>
          <a:endParaRPr lang="en-IN" dirty="0"/>
        </a:p>
      </dgm:t>
    </dgm:pt>
    <dgm:pt modelId="{77365984-87E3-4E61-9F06-A81778657E94}" type="parTrans" cxnId="{2E768DB6-A444-47D5-9172-06C5598B9D61}">
      <dgm:prSet/>
      <dgm:spPr/>
      <dgm:t>
        <a:bodyPr/>
        <a:lstStyle/>
        <a:p>
          <a:endParaRPr lang="en-IN"/>
        </a:p>
      </dgm:t>
    </dgm:pt>
    <dgm:pt modelId="{EEE2988A-B278-40C6-A953-3B098D468841}" type="sibTrans" cxnId="{2E768DB6-A444-47D5-9172-06C5598B9D61}">
      <dgm:prSet/>
      <dgm:spPr/>
      <dgm:t>
        <a:bodyPr/>
        <a:lstStyle/>
        <a:p>
          <a:endParaRPr lang="en-IN"/>
        </a:p>
      </dgm:t>
    </dgm:pt>
    <dgm:pt modelId="{BB93AA12-F12A-4543-BF47-EF025DD4544E}">
      <dgm:prSet/>
      <dgm:spPr/>
      <dgm:t>
        <a:bodyPr/>
        <a:lstStyle/>
        <a:p>
          <a:r>
            <a:rPr lang="en-US" dirty="0"/>
            <a:t>Greywater contributes about 70–75% of total household wastewater.</a:t>
          </a:r>
          <a:endParaRPr lang="en-IN" dirty="0"/>
        </a:p>
      </dgm:t>
    </dgm:pt>
    <dgm:pt modelId="{07A3B5EE-6E5B-41D5-B41A-FA0D6D8E3E22}" type="parTrans" cxnId="{CF6518DE-7BBC-412A-A2A9-18251CC40796}">
      <dgm:prSet/>
      <dgm:spPr/>
      <dgm:t>
        <a:bodyPr/>
        <a:lstStyle/>
        <a:p>
          <a:endParaRPr lang="en-IN"/>
        </a:p>
      </dgm:t>
    </dgm:pt>
    <dgm:pt modelId="{01EF3D79-9CE2-465A-B251-9D843ACCBF1D}" type="sibTrans" cxnId="{CF6518DE-7BBC-412A-A2A9-18251CC40796}">
      <dgm:prSet/>
      <dgm:spPr/>
      <dgm:t>
        <a:bodyPr/>
        <a:lstStyle/>
        <a:p>
          <a:endParaRPr lang="en-IN"/>
        </a:p>
      </dgm:t>
    </dgm:pt>
    <dgm:pt modelId="{1F513457-D59F-409F-B774-85F483E476F6}">
      <dgm:prSet/>
      <dgm:spPr/>
      <dgm:t>
        <a:bodyPr/>
        <a:lstStyle/>
        <a:p>
          <a:r>
            <a:rPr lang="en-US" dirty="0"/>
            <a:t>Untreated greywater increases sewage treatment loads and pollutes local water bodies.</a:t>
          </a:r>
          <a:endParaRPr lang="en-IN" dirty="0"/>
        </a:p>
      </dgm:t>
    </dgm:pt>
    <dgm:pt modelId="{ACB927A9-6225-4C67-AD08-E489213AFADE}" type="parTrans" cxnId="{179D9E90-20AD-4FD1-88E7-06807AA7D1F2}">
      <dgm:prSet/>
      <dgm:spPr/>
      <dgm:t>
        <a:bodyPr/>
        <a:lstStyle/>
        <a:p>
          <a:endParaRPr lang="en-IN"/>
        </a:p>
      </dgm:t>
    </dgm:pt>
    <dgm:pt modelId="{78E3E7B1-89AA-43CB-99F5-52D4E6683F7F}" type="sibTrans" cxnId="{179D9E90-20AD-4FD1-88E7-06807AA7D1F2}">
      <dgm:prSet/>
      <dgm:spPr/>
      <dgm:t>
        <a:bodyPr/>
        <a:lstStyle/>
        <a:p>
          <a:endParaRPr lang="en-IN"/>
        </a:p>
      </dgm:t>
    </dgm:pt>
    <dgm:pt modelId="{A19889C3-C807-4879-95D3-96EB990BB18B}" type="pres">
      <dgm:prSet presAssocID="{BA0EE0A8-3B29-4739-98A2-EBF91416EF0F}" presName="linearFlow" presStyleCnt="0">
        <dgm:presLayoutVars>
          <dgm:dir/>
          <dgm:resizeHandles val="exact"/>
        </dgm:presLayoutVars>
      </dgm:prSet>
      <dgm:spPr/>
    </dgm:pt>
    <dgm:pt modelId="{2AAA6C0A-2A6B-4B46-8042-19D009F9A63F}" type="pres">
      <dgm:prSet presAssocID="{D12F49F4-02EB-46C5-9BF6-C4EFE8DB9CC4}" presName="composite" presStyleCnt="0"/>
      <dgm:spPr/>
    </dgm:pt>
    <dgm:pt modelId="{1C4123D0-50BA-4FC5-B7C0-F08C6A8D0F0A}" type="pres">
      <dgm:prSet presAssocID="{D12F49F4-02EB-46C5-9BF6-C4EFE8DB9CC4}" presName="imgShp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l="-30000" r="-30000"/>
          </a:stretch>
        </a:blipFill>
      </dgm:spPr>
    </dgm:pt>
    <dgm:pt modelId="{6B8AB8D3-55EE-45D4-8ACB-FF7128AFB1D3}" type="pres">
      <dgm:prSet presAssocID="{D12F49F4-02EB-46C5-9BF6-C4EFE8DB9CC4}" presName="txShp" presStyleLbl="node1" presStyleIdx="0" presStyleCnt="4">
        <dgm:presLayoutVars>
          <dgm:bulletEnabled val="1"/>
        </dgm:presLayoutVars>
      </dgm:prSet>
      <dgm:spPr/>
    </dgm:pt>
    <dgm:pt modelId="{F5BF2282-1F30-46B7-A626-A9E838DDDA18}" type="pres">
      <dgm:prSet presAssocID="{E66CEA58-F516-47DE-B768-8397167AEAE4}" presName="spacing" presStyleCnt="0"/>
      <dgm:spPr/>
    </dgm:pt>
    <dgm:pt modelId="{2F6AB204-726C-4C29-BDA8-8A330C15977A}" type="pres">
      <dgm:prSet presAssocID="{36B74727-DD36-474B-A0A8-16E8F466C4DE}" presName="composite" presStyleCnt="0"/>
      <dgm:spPr/>
    </dgm:pt>
    <dgm:pt modelId="{B72C5642-5902-4A3A-8175-50D2F0BDE0F2}" type="pres">
      <dgm:prSet presAssocID="{36B74727-DD36-474B-A0A8-16E8F466C4DE}" presName="imgShp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</dgm:spPr>
    </dgm:pt>
    <dgm:pt modelId="{EEF8B114-CB34-4808-B7DA-495B8D8B4930}" type="pres">
      <dgm:prSet presAssocID="{36B74727-DD36-474B-A0A8-16E8F466C4DE}" presName="txShp" presStyleLbl="node1" presStyleIdx="1" presStyleCnt="4">
        <dgm:presLayoutVars>
          <dgm:bulletEnabled val="1"/>
        </dgm:presLayoutVars>
      </dgm:prSet>
      <dgm:spPr/>
    </dgm:pt>
    <dgm:pt modelId="{8158DAE5-9917-4DEA-B84C-B528B7028929}" type="pres">
      <dgm:prSet presAssocID="{EEE2988A-B278-40C6-A953-3B098D468841}" presName="spacing" presStyleCnt="0"/>
      <dgm:spPr/>
    </dgm:pt>
    <dgm:pt modelId="{A6A92836-F29C-4A6F-86CA-E8397C39F00B}" type="pres">
      <dgm:prSet presAssocID="{BB93AA12-F12A-4543-BF47-EF025DD4544E}" presName="composite" presStyleCnt="0"/>
      <dgm:spPr/>
    </dgm:pt>
    <dgm:pt modelId="{9DA0A6EB-6803-4779-B78A-D95EBA75EB96}" type="pres">
      <dgm:prSet presAssocID="{BB93AA12-F12A-4543-BF47-EF025DD4544E}" presName="imgShp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l="-14000" r="-14000"/>
          </a:stretch>
        </a:blipFill>
      </dgm:spPr>
    </dgm:pt>
    <dgm:pt modelId="{C3F2F005-9ABE-4AEB-96D3-8F7995C93BD9}" type="pres">
      <dgm:prSet presAssocID="{BB93AA12-F12A-4543-BF47-EF025DD4544E}" presName="txShp" presStyleLbl="node1" presStyleIdx="2" presStyleCnt="4">
        <dgm:presLayoutVars>
          <dgm:bulletEnabled val="1"/>
        </dgm:presLayoutVars>
      </dgm:prSet>
      <dgm:spPr/>
    </dgm:pt>
    <dgm:pt modelId="{BEDF032A-CFF3-496C-9700-9D1D4ACC0ADC}" type="pres">
      <dgm:prSet presAssocID="{01EF3D79-9CE2-465A-B251-9D843ACCBF1D}" presName="spacing" presStyleCnt="0"/>
      <dgm:spPr/>
    </dgm:pt>
    <dgm:pt modelId="{0752BEB1-FB96-4AA2-B640-9DE73AAD33FB}" type="pres">
      <dgm:prSet presAssocID="{1F513457-D59F-409F-B774-85F483E476F6}" presName="composite" presStyleCnt="0"/>
      <dgm:spPr/>
    </dgm:pt>
    <dgm:pt modelId="{2EADD7F5-74BF-4572-8A27-AFC2FC451B88}" type="pres">
      <dgm:prSet presAssocID="{1F513457-D59F-409F-B774-85F483E476F6}" presName="imgShp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</dgm:spPr>
    </dgm:pt>
    <dgm:pt modelId="{F78B096B-8CE4-4E0E-BB4C-A465F6E76005}" type="pres">
      <dgm:prSet presAssocID="{1F513457-D59F-409F-B774-85F483E476F6}" presName="txShp" presStyleLbl="node1" presStyleIdx="3" presStyleCnt="4">
        <dgm:presLayoutVars>
          <dgm:bulletEnabled val="1"/>
        </dgm:presLayoutVars>
      </dgm:prSet>
      <dgm:spPr/>
    </dgm:pt>
  </dgm:ptLst>
  <dgm:cxnLst>
    <dgm:cxn modelId="{CB1B4961-2D74-467C-8820-771FC2D67E39}" type="presOf" srcId="{D12F49F4-02EB-46C5-9BF6-C4EFE8DB9CC4}" destId="{6B8AB8D3-55EE-45D4-8ACB-FF7128AFB1D3}" srcOrd="0" destOrd="0" presId="urn:microsoft.com/office/officeart/2005/8/layout/vList3"/>
    <dgm:cxn modelId="{2F62BD68-2BC4-4B4D-8F86-D0D36412ABC2}" type="presOf" srcId="{36B74727-DD36-474B-A0A8-16E8F466C4DE}" destId="{EEF8B114-CB34-4808-B7DA-495B8D8B4930}" srcOrd="0" destOrd="0" presId="urn:microsoft.com/office/officeart/2005/8/layout/vList3"/>
    <dgm:cxn modelId="{832DB45A-0321-439A-97A9-EB70B64CDC76}" type="presOf" srcId="{BB93AA12-F12A-4543-BF47-EF025DD4544E}" destId="{C3F2F005-9ABE-4AEB-96D3-8F7995C93BD9}" srcOrd="0" destOrd="0" presId="urn:microsoft.com/office/officeart/2005/8/layout/vList3"/>
    <dgm:cxn modelId="{6F75BC84-3805-4E42-8E9A-DFAC7ACAF6DD}" srcId="{BA0EE0A8-3B29-4739-98A2-EBF91416EF0F}" destId="{D12F49F4-02EB-46C5-9BF6-C4EFE8DB9CC4}" srcOrd="0" destOrd="0" parTransId="{DDE669FE-5B4A-4A4F-BE70-A0C4FCBAC327}" sibTransId="{E66CEA58-F516-47DE-B768-8397167AEAE4}"/>
    <dgm:cxn modelId="{179D9E90-20AD-4FD1-88E7-06807AA7D1F2}" srcId="{BA0EE0A8-3B29-4739-98A2-EBF91416EF0F}" destId="{1F513457-D59F-409F-B774-85F483E476F6}" srcOrd="3" destOrd="0" parTransId="{ACB927A9-6225-4C67-AD08-E489213AFADE}" sibTransId="{78E3E7B1-89AA-43CB-99F5-52D4E6683F7F}"/>
    <dgm:cxn modelId="{2A329DA0-3B60-4855-B077-D7CDAB86D49F}" type="presOf" srcId="{BA0EE0A8-3B29-4739-98A2-EBF91416EF0F}" destId="{A19889C3-C807-4879-95D3-96EB990BB18B}" srcOrd="0" destOrd="0" presId="urn:microsoft.com/office/officeart/2005/8/layout/vList3"/>
    <dgm:cxn modelId="{2E768DB6-A444-47D5-9172-06C5598B9D61}" srcId="{BA0EE0A8-3B29-4739-98A2-EBF91416EF0F}" destId="{36B74727-DD36-474B-A0A8-16E8F466C4DE}" srcOrd="1" destOrd="0" parTransId="{77365984-87E3-4E61-9F06-A81778657E94}" sibTransId="{EEE2988A-B278-40C6-A953-3B098D468841}"/>
    <dgm:cxn modelId="{28CD4FBF-9E9C-4504-9B16-F0ACC579450C}" type="presOf" srcId="{1F513457-D59F-409F-B774-85F483E476F6}" destId="{F78B096B-8CE4-4E0E-BB4C-A465F6E76005}" srcOrd="0" destOrd="0" presId="urn:microsoft.com/office/officeart/2005/8/layout/vList3"/>
    <dgm:cxn modelId="{CF6518DE-7BBC-412A-A2A9-18251CC40796}" srcId="{BA0EE0A8-3B29-4739-98A2-EBF91416EF0F}" destId="{BB93AA12-F12A-4543-BF47-EF025DD4544E}" srcOrd="2" destOrd="0" parTransId="{07A3B5EE-6E5B-41D5-B41A-FA0D6D8E3E22}" sibTransId="{01EF3D79-9CE2-465A-B251-9D843ACCBF1D}"/>
    <dgm:cxn modelId="{91665756-741C-4FDB-94A9-46632806D6C1}" type="presParOf" srcId="{A19889C3-C807-4879-95D3-96EB990BB18B}" destId="{2AAA6C0A-2A6B-4B46-8042-19D009F9A63F}" srcOrd="0" destOrd="0" presId="urn:microsoft.com/office/officeart/2005/8/layout/vList3"/>
    <dgm:cxn modelId="{D0BD56E6-811B-46A1-8B05-E19DCF7C423C}" type="presParOf" srcId="{2AAA6C0A-2A6B-4B46-8042-19D009F9A63F}" destId="{1C4123D0-50BA-4FC5-B7C0-F08C6A8D0F0A}" srcOrd="0" destOrd="0" presId="urn:microsoft.com/office/officeart/2005/8/layout/vList3"/>
    <dgm:cxn modelId="{91F335C2-8620-4D13-B377-75573FE1F2A5}" type="presParOf" srcId="{2AAA6C0A-2A6B-4B46-8042-19D009F9A63F}" destId="{6B8AB8D3-55EE-45D4-8ACB-FF7128AFB1D3}" srcOrd="1" destOrd="0" presId="urn:microsoft.com/office/officeart/2005/8/layout/vList3"/>
    <dgm:cxn modelId="{57F0B836-FD64-413D-A1A9-08E10471D42B}" type="presParOf" srcId="{A19889C3-C807-4879-95D3-96EB990BB18B}" destId="{F5BF2282-1F30-46B7-A626-A9E838DDDA18}" srcOrd="1" destOrd="0" presId="urn:microsoft.com/office/officeart/2005/8/layout/vList3"/>
    <dgm:cxn modelId="{F77A2FE8-436F-436F-8610-F3732A5E7581}" type="presParOf" srcId="{A19889C3-C807-4879-95D3-96EB990BB18B}" destId="{2F6AB204-726C-4C29-BDA8-8A330C15977A}" srcOrd="2" destOrd="0" presId="urn:microsoft.com/office/officeart/2005/8/layout/vList3"/>
    <dgm:cxn modelId="{81C88693-D343-4747-AB76-C0D40A4FD986}" type="presParOf" srcId="{2F6AB204-726C-4C29-BDA8-8A330C15977A}" destId="{B72C5642-5902-4A3A-8175-50D2F0BDE0F2}" srcOrd="0" destOrd="0" presId="urn:microsoft.com/office/officeart/2005/8/layout/vList3"/>
    <dgm:cxn modelId="{3662B621-5033-495F-87C6-81C3CFC50300}" type="presParOf" srcId="{2F6AB204-726C-4C29-BDA8-8A330C15977A}" destId="{EEF8B114-CB34-4808-B7DA-495B8D8B4930}" srcOrd="1" destOrd="0" presId="urn:microsoft.com/office/officeart/2005/8/layout/vList3"/>
    <dgm:cxn modelId="{0F32797E-655D-4008-8BF8-F7765872545C}" type="presParOf" srcId="{A19889C3-C807-4879-95D3-96EB990BB18B}" destId="{8158DAE5-9917-4DEA-B84C-B528B7028929}" srcOrd="3" destOrd="0" presId="urn:microsoft.com/office/officeart/2005/8/layout/vList3"/>
    <dgm:cxn modelId="{2DDABDC8-B170-42C2-9880-FB27622A8A54}" type="presParOf" srcId="{A19889C3-C807-4879-95D3-96EB990BB18B}" destId="{A6A92836-F29C-4A6F-86CA-E8397C39F00B}" srcOrd="4" destOrd="0" presId="urn:microsoft.com/office/officeart/2005/8/layout/vList3"/>
    <dgm:cxn modelId="{4C793C3F-F28E-48C0-BC3A-06C11F7CF8E6}" type="presParOf" srcId="{A6A92836-F29C-4A6F-86CA-E8397C39F00B}" destId="{9DA0A6EB-6803-4779-B78A-D95EBA75EB96}" srcOrd="0" destOrd="0" presId="urn:microsoft.com/office/officeart/2005/8/layout/vList3"/>
    <dgm:cxn modelId="{23908EC4-6957-4D42-A231-8648911E6598}" type="presParOf" srcId="{A6A92836-F29C-4A6F-86CA-E8397C39F00B}" destId="{C3F2F005-9ABE-4AEB-96D3-8F7995C93BD9}" srcOrd="1" destOrd="0" presId="urn:microsoft.com/office/officeart/2005/8/layout/vList3"/>
    <dgm:cxn modelId="{58B74FB3-CD52-4090-8AC1-A2D11C0920E9}" type="presParOf" srcId="{A19889C3-C807-4879-95D3-96EB990BB18B}" destId="{BEDF032A-CFF3-496C-9700-9D1D4ACC0ADC}" srcOrd="5" destOrd="0" presId="urn:microsoft.com/office/officeart/2005/8/layout/vList3"/>
    <dgm:cxn modelId="{26DA0E06-F882-4FF3-9B3A-49CD647380EF}" type="presParOf" srcId="{A19889C3-C807-4879-95D3-96EB990BB18B}" destId="{0752BEB1-FB96-4AA2-B640-9DE73AAD33FB}" srcOrd="6" destOrd="0" presId="urn:microsoft.com/office/officeart/2005/8/layout/vList3"/>
    <dgm:cxn modelId="{655FFE4F-0DEF-4C41-AF54-ED11630C99BA}" type="presParOf" srcId="{0752BEB1-FB96-4AA2-B640-9DE73AAD33FB}" destId="{2EADD7F5-74BF-4572-8A27-AFC2FC451B88}" srcOrd="0" destOrd="0" presId="urn:microsoft.com/office/officeart/2005/8/layout/vList3"/>
    <dgm:cxn modelId="{3460DA90-1B46-4EF4-8582-351527CB39E0}" type="presParOf" srcId="{0752BEB1-FB96-4AA2-B640-9DE73AAD33FB}" destId="{F78B096B-8CE4-4E0E-BB4C-A465F6E7600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19D952-CD77-4E12-B059-A8B58DAA5A2B}" type="doc">
      <dgm:prSet loTypeId="urn:microsoft.com/office/officeart/2005/8/layout/hList7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8EA8CC8-53E5-4442-8F91-C6A86744C911}">
      <dgm:prSet/>
      <dgm:spPr/>
      <dgm:t>
        <a:bodyPr/>
        <a:lstStyle/>
        <a:p>
          <a:r>
            <a:rPr lang="en-US" dirty="0"/>
            <a:t>To minimize fresh water usage by reusing treated greywater.</a:t>
          </a:r>
          <a:endParaRPr lang="en-IN" dirty="0"/>
        </a:p>
      </dgm:t>
    </dgm:pt>
    <dgm:pt modelId="{B9164628-A95B-4C21-908F-0B0D94E4DC2A}" type="parTrans" cxnId="{61595EAF-DACA-4797-9B55-22E34D859F3D}">
      <dgm:prSet/>
      <dgm:spPr/>
      <dgm:t>
        <a:bodyPr/>
        <a:lstStyle/>
        <a:p>
          <a:endParaRPr lang="en-IN"/>
        </a:p>
      </dgm:t>
    </dgm:pt>
    <dgm:pt modelId="{3EC3A133-0950-4531-9B0D-4EC0E33DD41F}" type="sibTrans" cxnId="{61595EAF-DACA-4797-9B55-22E34D859F3D}">
      <dgm:prSet/>
      <dgm:spPr/>
      <dgm:t>
        <a:bodyPr/>
        <a:lstStyle/>
        <a:p>
          <a:endParaRPr lang="en-IN"/>
        </a:p>
      </dgm:t>
    </dgm:pt>
    <dgm:pt modelId="{CC032C7C-2503-48AD-9EA1-4BBE58BCBF6C}">
      <dgm:prSet/>
      <dgm:spPr/>
      <dgm:t>
        <a:bodyPr/>
        <a:lstStyle/>
        <a:p>
          <a:r>
            <a:rPr lang="en-US" dirty="0"/>
            <a:t>Treat greywater for safe non-potable purposes like toilet flushing, gardening, vehicle washing.</a:t>
          </a:r>
          <a:endParaRPr lang="en-IN" dirty="0"/>
        </a:p>
      </dgm:t>
    </dgm:pt>
    <dgm:pt modelId="{03D87AA8-F138-4586-AAC6-F2152FB5E035}" type="parTrans" cxnId="{0A2F8E9D-4B93-47B3-9760-6C2D736F7BA0}">
      <dgm:prSet/>
      <dgm:spPr/>
      <dgm:t>
        <a:bodyPr/>
        <a:lstStyle/>
        <a:p>
          <a:endParaRPr lang="en-IN"/>
        </a:p>
      </dgm:t>
    </dgm:pt>
    <dgm:pt modelId="{7304F24D-69C0-4337-9DA3-B31943D27BF7}" type="sibTrans" cxnId="{0A2F8E9D-4B93-47B3-9760-6C2D736F7BA0}">
      <dgm:prSet/>
      <dgm:spPr/>
      <dgm:t>
        <a:bodyPr/>
        <a:lstStyle/>
        <a:p>
          <a:endParaRPr lang="en-IN"/>
        </a:p>
      </dgm:t>
    </dgm:pt>
    <dgm:pt modelId="{28F78167-6BD3-4F50-9805-112F6C4094EA}">
      <dgm:prSet/>
      <dgm:spPr/>
      <dgm:t>
        <a:bodyPr/>
        <a:lstStyle/>
        <a:p>
          <a:r>
            <a:rPr lang="en-US" dirty="0"/>
            <a:t>Conduct physical, chemical, and biological characterization of greywater.</a:t>
          </a:r>
          <a:endParaRPr lang="en-IN" dirty="0"/>
        </a:p>
      </dgm:t>
    </dgm:pt>
    <dgm:pt modelId="{4A4D04B5-3E2D-40AC-93D9-26E9B7762F34}" type="parTrans" cxnId="{D4A378A1-5EEB-42F3-90EE-B31680BA8D24}">
      <dgm:prSet/>
      <dgm:spPr/>
      <dgm:t>
        <a:bodyPr/>
        <a:lstStyle/>
        <a:p>
          <a:endParaRPr lang="en-IN"/>
        </a:p>
      </dgm:t>
    </dgm:pt>
    <dgm:pt modelId="{34D79C10-46A5-4748-A4C7-2BA70942D86F}" type="sibTrans" cxnId="{D4A378A1-5EEB-42F3-90EE-B31680BA8D24}">
      <dgm:prSet/>
      <dgm:spPr/>
      <dgm:t>
        <a:bodyPr/>
        <a:lstStyle/>
        <a:p>
          <a:endParaRPr lang="en-IN"/>
        </a:p>
      </dgm:t>
    </dgm:pt>
    <dgm:pt modelId="{B7158121-5522-4234-9C49-BAF219AB753E}">
      <dgm:prSet/>
      <dgm:spPr/>
      <dgm:t>
        <a:bodyPr/>
        <a:lstStyle/>
        <a:p>
          <a:r>
            <a:rPr lang="en-US" dirty="0"/>
            <a:t>Design, fabricate, and test a cost-effective greywater filtration system.</a:t>
          </a:r>
          <a:endParaRPr lang="en-IN" dirty="0"/>
        </a:p>
      </dgm:t>
    </dgm:pt>
    <dgm:pt modelId="{F4D91BEB-240A-4E99-A703-C9EBBE52C667}" type="parTrans" cxnId="{B27CD855-68EF-43AC-BE11-05B48E5C4901}">
      <dgm:prSet/>
      <dgm:spPr/>
      <dgm:t>
        <a:bodyPr/>
        <a:lstStyle/>
        <a:p>
          <a:endParaRPr lang="en-IN"/>
        </a:p>
      </dgm:t>
    </dgm:pt>
    <dgm:pt modelId="{398BA280-7AB1-47B3-AC4E-2036E958CF61}" type="sibTrans" cxnId="{B27CD855-68EF-43AC-BE11-05B48E5C4901}">
      <dgm:prSet/>
      <dgm:spPr/>
      <dgm:t>
        <a:bodyPr/>
        <a:lstStyle/>
        <a:p>
          <a:endParaRPr lang="en-IN"/>
        </a:p>
      </dgm:t>
    </dgm:pt>
    <dgm:pt modelId="{9698D8A8-67B9-4479-A0F9-1211A10C7A87}" type="pres">
      <dgm:prSet presAssocID="{7819D952-CD77-4E12-B059-A8B58DAA5A2B}" presName="Name0" presStyleCnt="0">
        <dgm:presLayoutVars>
          <dgm:dir/>
          <dgm:resizeHandles val="exact"/>
        </dgm:presLayoutVars>
      </dgm:prSet>
      <dgm:spPr/>
    </dgm:pt>
    <dgm:pt modelId="{9FDCE5B2-522D-40E7-A9C1-C180D77E2A14}" type="pres">
      <dgm:prSet presAssocID="{7819D952-CD77-4E12-B059-A8B58DAA5A2B}" presName="fgShape" presStyleLbl="fgShp" presStyleIdx="0" presStyleCnt="1"/>
      <dgm:spPr/>
    </dgm:pt>
    <dgm:pt modelId="{832AD545-83EA-4467-AE24-604F554F03A2}" type="pres">
      <dgm:prSet presAssocID="{7819D952-CD77-4E12-B059-A8B58DAA5A2B}" presName="linComp" presStyleCnt="0"/>
      <dgm:spPr/>
    </dgm:pt>
    <dgm:pt modelId="{F4620712-4CD2-4510-9F43-01C42C2D0DE3}" type="pres">
      <dgm:prSet presAssocID="{48EA8CC8-53E5-4442-8F91-C6A86744C911}" presName="compNode" presStyleCnt="0"/>
      <dgm:spPr/>
    </dgm:pt>
    <dgm:pt modelId="{383DAA1C-CE9C-49A5-B319-23AFB1A11F5D}" type="pres">
      <dgm:prSet presAssocID="{48EA8CC8-53E5-4442-8F91-C6A86744C911}" presName="bkgdShape" presStyleLbl="node1" presStyleIdx="0" presStyleCnt="4"/>
      <dgm:spPr/>
    </dgm:pt>
    <dgm:pt modelId="{8A97F046-56B2-432C-8E9F-683522C40863}" type="pres">
      <dgm:prSet presAssocID="{48EA8CC8-53E5-4442-8F91-C6A86744C911}" presName="nodeTx" presStyleLbl="node1" presStyleIdx="0" presStyleCnt="4">
        <dgm:presLayoutVars>
          <dgm:bulletEnabled val="1"/>
        </dgm:presLayoutVars>
      </dgm:prSet>
      <dgm:spPr/>
    </dgm:pt>
    <dgm:pt modelId="{5155CEAE-FED1-4DDC-9B76-D6E742075B03}" type="pres">
      <dgm:prSet presAssocID="{48EA8CC8-53E5-4442-8F91-C6A86744C911}" presName="invisiNode" presStyleLbl="node1" presStyleIdx="0" presStyleCnt="4"/>
      <dgm:spPr/>
    </dgm:pt>
    <dgm:pt modelId="{60A833E3-D98B-4EE0-A5B1-C84046003E2F}" type="pres">
      <dgm:prSet presAssocID="{48EA8CC8-53E5-4442-8F91-C6A86744C911}" presName="imagNode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l="-14000" r="-14000"/>
          </a:stretch>
        </a:blipFill>
      </dgm:spPr>
    </dgm:pt>
    <dgm:pt modelId="{84997D53-7D0C-4AEB-8E85-61F3E0273268}" type="pres">
      <dgm:prSet presAssocID="{3EC3A133-0950-4531-9B0D-4EC0E33DD41F}" presName="sibTrans" presStyleLbl="sibTrans2D1" presStyleIdx="0" presStyleCnt="0"/>
      <dgm:spPr/>
    </dgm:pt>
    <dgm:pt modelId="{B7259B0C-549A-459C-A425-7F98C36634FD}" type="pres">
      <dgm:prSet presAssocID="{CC032C7C-2503-48AD-9EA1-4BBE58BCBF6C}" presName="compNode" presStyleCnt="0"/>
      <dgm:spPr/>
    </dgm:pt>
    <dgm:pt modelId="{101F36A8-A8DA-4C59-A637-46917C00118C}" type="pres">
      <dgm:prSet presAssocID="{CC032C7C-2503-48AD-9EA1-4BBE58BCBF6C}" presName="bkgdShape" presStyleLbl="node1" presStyleIdx="1" presStyleCnt="4"/>
      <dgm:spPr/>
    </dgm:pt>
    <dgm:pt modelId="{17061DC5-D46A-4110-805E-75A8B626AD8D}" type="pres">
      <dgm:prSet presAssocID="{CC032C7C-2503-48AD-9EA1-4BBE58BCBF6C}" presName="nodeTx" presStyleLbl="node1" presStyleIdx="1" presStyleCnt="4">
        <dgm:presLayoutVars>
          <dgm:bulletEnabled val="1"/>
        </dgm:presLayoutVars>
      </dgm:prSet>
      <dgm:spPr/>
    </dgm:pt>
    <dgm:pt modelId="{F02CDD41-1319-476E-A0F3-6B9268C2ECFE}" type="pres">
      <dgm:prSet presAssocID="{CC032C7C-2503-48AD-9EA1-4BBE58BCBF6C}" presName="invisiNode" presStyleLbl="node1" presStyleIdx="1" presStyleCnt="4"/>
      <dgm:spPr/>
    </dgm:pt>
    <dgm:pt modelId="{9D5DD642-C90E-4EE3-B575-43FE80118B8B}" type="pres">
      <dgm:prSet presAssocID="{CC032C7C-2503-48AD-9EA1-4BBE58BCBF6C}" presName="imagNode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4998362B-8846-402F-96FC-DBBD5A58D7DC}" type="pres">
      <dgm:prSet presAssocID="{7304F24D-69C0-4337-9DA3-B31943D27BF7}" presName="sibTrans" presStyleLbl="sibTrans2D1" presStyleIdx="0" presStyleCnt="0"/>
      <dgm:spPr/>
    </dgm:pt>
    <dgm:pt modelId="{D590F2C0-BDDF-4D5C-A47D-708C5BC2CBA3}" type="pres">
      <dgm:prSet presAssocID="{28F78167-6BD3-4F50-9805-112F6C4094EA}" presName="compNode" presStyleCnt="0"/>
      <dgm:spPr/>
    </dgm:pt>
    <dgm:pt modelId="{4FD3FA10-12CB-4A79-BCD5-DDE75230D396}" type="pres">
      <dgm:prSet presAssocID="{28F78167-6BD3-4F50-9805-112F6C4094EA}" presName="bkgdShape" presStyleLbl="node1" presStyleIdx="2" presStyleCnt="4"/>
      <dgm:spPr/>
    </dgm:pt>
    <dgm:pt modelId="{20840C83-5184-45B1-B853-E0019785FA15}" type="pres">
      <dgm:prSet presAssocID="{28F78167-6BD3-4F50-9805-112F6C4094EA}" presName="nodeTx" presStyleLbl="node1" presStyleIdx="2" presStyleCnt="4">
        <dgm:presLayoutVars>
          <dgm:bulletEnabled val="1"/>
        </dgm:presLayoutVars>
      </dgm:prSet>
      <dgm:spPr/>
    </dgm:pt>
    <dgm:pt modelId="{B9885F29-F0F4-428A-8723-61CE04DFAAEC}" type="pres">
      <dgm:prSet presAssocID="{28F78167-6BD3-4F50-9805-112F6C4094EA}" presName="invisiNode" presStyleLbl="node1" presStyleIdx="2" presStyleCnt="4"/>
      <dgm:spPr/>
    </dgm:pt>
    <dgm:pt modelId="{0466120E-AB6F-4EC3-9507-C3D32E1B2B33}" type="pres">
      <dgm:prSet presAssocID="{28F78167-6BD3-4F50-9805-112F6C4094EA}" presName="imagNode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l="-35000" r="-35000"/>
          </a:stretch>
        </a:blipFill>
      </dgm:spPr>
    </dgm:pt>
    <dgm:pt modelId="{E5A6EDD7-4414-4A73-A9E9-93D54A14B3AC}" type="pres">
      <dgm:prSet presAssocID="{34D79C10-46A5-4748-A4C7-2BA70942D86F}" presName="sibTrans" presStyleLbl="sibTrans2D1" presStyleIdx="0" presStyleCnt="0"/>
      <dgm:spPr/>
    </dgm:pt>
    <dgm:pt modelId="{023EF88B-E16B-450A-8C7D-D53795EC6B63}" type="pres">
      <dgm:prSet presAssocID="{B7158121-5522-4234-9C49-BAF219AB753E}" presName="compNode" presStyleCnt="0"/>
      <dgm:spPr/>
    </dgm:pt>
    <dgm:pt modelId="{7087F154-8DC9-41BF-9BB6-986B8069D2DB}" type="pres">
      <dgm:prSet presAssocID="{B7158121-5522-4234-9C49-BAF219AB753E}" presName="bkgdShape" presStyleLbl="node1" presStyleIdx="3" presStyleCnt="4"/>
      <dgm:spPr/>
    </dgm:pt>
    <dgm:pt modelId="{6B80C308-5079-4CCB-A586-76E37C487F61}" type="pres">
      <dgm:prSet presAssocID="{B7158121-5522-4234-9C49-BAF219AB753E}" presName="nodeTx" presStyleLbl="node1" presStyleIdx="3" presStyleCnt="4">
        <dgm:presLayoutVars>
          <dgm:bulletEnabled val="1"/>
        </dgm:presLayoutVars>
      </dgm:prSet>
      <dgm:spPr/>
    </dgm:pt>
    <dgm:pt modelId="{35D9B0BD-EB0D-45B1-9693-0E8B92B4DDEE}" type="pres">
      <dgm:prSet presAssocID="{B7158121-5522-4234-9C49-BAF219AB753E}" presName="invisiNode" presStyleLbl="node1" presStyleIdx="3" presStyleCnt="4"/>
      <dgm:spPr/>
    </dgm:pt>
    <dgm:pt modelId="{E336CB1B-E630-4356-800C-B97176CA53FB}" type="pres">
      <dgm:prSet presAssocID="{B7158121-5522-4234-9C49-BAF219AB753E}" presName="imagNode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t="-39000" b="-39000"/>
          </a:stretch>
        </a:blipFill>
      </dgm:spPr>
    </dgm:pt>
  </dgm:ptLst>
  <dgm:cxnLst>
    <dgm:cxn modelId="{50708E05-13AB-4C93-949B-8924ACF95F1A}" type="presOf" srcId="{48EA8CC8-53E5-4442-8F91-C6A86744C911}" destId="{383DAA1C-CE9C-49A5-B319-23AFB1A11F5D}" srcOrd="0" destOrd="0" presId="urn:microsoft.com/office/officeart/2005/8/layout/hList7"/>
    <dgm:cxn modelId="{E623672B-0658-43F7-A473-42226AAD699D}" type="presOf" srcId="{3EC3A133-0950-4531-9B0D-4EC0E33DD41F}" destId="{84997D53-7D0C-4AEB-8E85-61F3E0273268}" srcOrd="0" destOrd="0" presId="urn:microsoft.com/office/officeart/2005/8/layout/hList7"/>
    <dgm:cxn modelId="{77F9E337-9348-47D7-84F2-ED50B1C78B2B}" type="presOf" srcId="{B7158121-5522-4234-9C49-BAF219AB753E}" destId="{6B80C308-5079-4CCB-A586-76E37C487F61}" srcOrd="1" destOrd="0" presId="urn:microsoft.com/office/officeart/2005/8/layout/hList7"/>
    <dgm:cxn modelId="{9A8E713E-9350-4D16-9B0A-632F726C3A6A}" type="presOf" srcId="{CC032C7C-2503-48AD-9EA1-4BBE58BCBF6C}" destId="{17061DC5-D46A-4110-805E-75A8B626AD8D}" srcOrd="1" destOrd="0" presId="urn:microsoft.com/office/officeart/2005/8/layout/hList7"/>
    <dgm:cxn modelId="{B27CD855-68EF-43AC-BE11-05B48E5C4901}" srcId="{7819D952-CD77-4E12-B059-A8B58DAA5A2B}" destId="{B7158121-5522-4234-9C49-BAF219AB753E}" srcOrd="3" destOrd="0" parTransId="{F4D91BEB-240A-4E99-A703-C9EBBE52C667}" sibTransId="{398BA280-7AB1-47B3-AC4E-2036E958CF61}"/>
    <dgm:cxn modelId="{DC455898-50C8-4EE4-A85D-5E6062C584FC}" type="presOf" srcId="{7819D952-CD77-4E12-B059-A8B58DAA5A2B}" destId="{9698D8A8-67B9-4479-A0F9-1211A10C7A87}" srcOrd="0" destOrd="0" presId="urn:microsoft.com/office/officeart/2005/8/layout/hList7"/>
    <dgm:cxn modelId="{0A2F8E9D-4B93-47B3-9760-6C2D736F7BA0}" srcId="{7819D952-CD77-4E12-B059-A8B58DAA5A2B}" destId="{CC032C7C-2503-48AD-9EA1-4BBE58BCBF6C}" srcOrd="1" destOrd="0" parTransId="{03D87AA8-F138-4586-AAC6-F2152FB5E035}" sibTransId="{7304F24D-69C0-4337-9DA3-B31943D27BF7}"/>
    <dgm:cxn modelId="{D4A378A1-5EEB-42F3-90EE-B31680BA8D24}" srcId="{7819D952-CD77-4E12-B059-A8B58DAA5A2B}" destId="{28F78167-6BD3-4F50-9805-112F6C4094EA}" srcOrd="2" destOrd="0" parTransId="{4A4D04B5-3E2D-40AC-93D9-26E9B7762F34}" sibTransId="{34D79C10-46A5-4748-A4C7-2BA70942D86F}"/>
    <dgm:cxn modelId="{1E453DA3-A2F5-442B-A4B0-1CF2AD766438}" type="presOf" srcId="{28F78167-6BD3-4F50-9805-112F6C4094EA}" destId="{20840C83-5184-45B1-B853-E0019785FA15}" srcOrd="1" destOrd="0" presId="urn:microsoft.com/office/officeart/2005/8/layout/hList7"/>
    <dgm:cxn modelId="{61595EAF-DACA-4797-9B55-22E34D859F3D}" srcId="{7819D952-CD77-4E12-B059-A8B58DAA5A2B}" destId="{48EA8CC8-53E5-4442-8F91-C6A86744C911}" srcOrd="0" destOrd="0" parTransId="{B9164628-A95B-4C21-908F-0B0D94E4DC2A}" sibTransId="{3EC3A133-0950-4531-9B0D-4EC0E33DD41F}"/>
    <dgm:cxn modelId="{0524A0AF-8F96-4373-A177-176B93E3FED1}" type="presOf" srcId="{CC032C7C-2503-48AD-9EA1-4BBE58BCBF6C}" destId="{101F36A8-A8DA-4C59-A637-46917C00118C}" srcOrd="0" destOrd="0" presId="urn:microsoft.com/office/officeart/2005/8/layout/hList7"/>
    <dgm:cxn modelId="{2AF974C4-9049-48A1-9357-017D94ED94FE}" type="presOf" srcId="{28F78167-6BD3-4F50-9805-112F6C4094EA}" destId="{4FD3FA10-12CB-4A79-BCD5-DDE75230D396}" srcOrd="0" destOrd="0" presId="urn:microsoft.com/office/officeart/2005/8/layout/hList7"/>
    <dgm:cxn modelId="{5F6C56CF-C151-4262-AF92-829A439E9F58}" type="presOf" srcId="{34D79C10-46A5-4748-A4C7-2BA70942D86F}" destId="{E5A6EDD7-4414-4A73-A9E9-93D54A14B3AC}" srcOrd="0" destOrd="0" presId="urn:microsoft.com/office/officeart/2005/8/layout/hList7"/>
    <dgm:cxn modelId="{A22DC0EC-0FCE-473E-A84E-C0A97C05EDD2}" type="presOf" srcId="{B7158121-5522-4234-9C49-BAF219AB753E}" destId="{7087F154-8DC9-41BF-9BB6-986B8069D2DB}" srcOrd="0" destOrd="0" presId="urn:microsoft.com/office/officeart/2005/8/layout/hList7"/>
    <dgm:cxn modelId="{82C248EE-9A1C-4210-9896-8BC13D0E260A}" type="presOf" srcId="{7304F24D-69C0-4337-9DA3-B31943D27BF7}" destId="{4998362B-8846-402F-96FC-DBBD5A58D7DC}" srcOrd="0" destOrd="0" presId="urn:microsoft.com/office/officeart/2005/8/layout/hList7"/>
    <dgm:cxn modelId="{47191BF0-A411-4115-88B6-7524BE6E80E6}" type="presOf" srcId="{48EA8CC8-53E5-4442-8F91-C6A86744C911}" destId="{8A97F046-56B2-432C-8E9F-683522C40863}" srcOrd="1" destOrd="0" presId="urn:microsoft.com/office/officeart/2005/8/layout/hList7"/>
    <dgm:cxn modelId="{366C6E48-0B18-4634-8839-11AF0C6E6A50}" type="presParOf" srcId="{9698D8A8-67B9-4479-A0F9-1211A10C7A87}" destId="{9FDCE5B2-522D-40E7-A9C1-C180D77E2A14}" srcOrd="0" destOrd="0" presId="urn:microsoft.com/office/officeart/2005/8/layout/hList7"/>
    <dgm:cxn modelId="{FA634E19-2B90-4A3F-9580-B607751E5406}" type="presParOf" srcId="{9698D8A8-67B9-4479-A0F9-1211A10C7A87}" destId="{832AD545-83EA-4467-AE24-604F554F03A2}" srcOrd="1" destOrd="0" presId="urn:microsoft.com/office/officeart/2005/8/layout/hList7"/>
    <dgm:cxn modelId="{CC578A0B-C291-4742-AB70-DEBEDF633E95}" type="presParOf" srcId="{832AD545-83EA-4467-AE24-604F554F03A2}" destId="{F4620712-4CD2-4510-9F43-01C42C2D0DE3}" srcOrd="0" destOrd="0" presId="urn:microsoft.com/office/officeart/2005/8/layout/hList7"/>
    <dgm:cxn modelId="{D2D44D2C-A7C7-4B11-B96D-076E7F8E97B8}" type="presParOf" srcId="{F4620712-4CD2-4510-9F43-01C42C2D0DE3}" destId="{383DAA1C-CE9C-49A5-B319-23AFB1A11F5D}" srcOrd="0" destOrd="0" presId="urn:microsoft.com/office/officeart/2005/8/layout/hList7"/>
    <dgm:cxn modelId="{37781CBE-AB52-4856-A3D0-E565FE6273D1}" type="presParOf" srcId="{F4620712-4CD2-4510-9F43-01C42C2D0DE3}" destId="{8A97F046-56B2-432C-8E9F-683522C40863}" srcOrd="1" destOrd="0" presId="urn:microsoft.com/office/officeart/2005/8/layout/hList7"/>
    <dgm:cxn modelId="{606C2993-DC16-4DA1-BFE5-9E2C881CE1DA}" type="presParOf" srcId="{F4620712-4CD2-4510-9F43-01C42C2D0DE3}" destId="{5155CEAE-FED1-4DDC-9B76-D6E742075B03}" srcOrd="2" destOrd="0" presId="urn:microsoft.com/office/officeart/2005/8/layout/hList7"/>
    <dgm:cxn modelId="{382782B1-69F1-4162-BB2B-9D26A202C033}" type="presParOf" srcId="{F4620712-4CD2-4510-9F43-01C42C2D0DE3}" destId="{60A833E3-D98B-4EE0-A5B1-C84046003E2F}" srcOrd="3" destOrd="0" presId="urn:microsoft.com/office/officeart/2005/8/layout/hList7"/>
    <dgm:cxn modelId="{9ADEE1FF-29A3-4ED6-84C1-7FF006C5ADC2}" type="presParOf" srcId="{832AD545-83EA-4467-AE24-604F554F03A2}" destId="{84997D53-7D0C-4AEB-8E85-61F3E0273268}" srcOrd="1" destOrd="0" presId="urn:microsoft.com/office/officeart/2005/8/layout/hList7"/>
    <dgm:cxn modelId="{BAB39DB3-B243-4573-998F-345DAEA3544D}" type="presParOf" srcId="{832AD545-83EA-4467-AE24-604F554F03A2}" destId="{B7259B0C-549A-459C-A425-7F98C36634FD}" srcOrd="2" destOrd="0" presId="urn:microsoft.com/office/officeart/2005/8/layout/hList7"/>
    <dgm:cxn modelId="{66F66C5D-ACE4-4CD7-A43A-70066487699E}" type="presParOf" srcId="{B7259B0C-549A-459C-A425-7F98C36634FD}" destId="{101F36A8-A8DA-4C59-A637-46917C00118C}" srcOrd="0" destOrd="0" presId="urn:microsoft.com/office/officeart/2005/8/layout/hList7"/>
    <dgm:cxn modelId="{8C4B3A0B-38EA-4642-8CD2-628B6EF3D422}" type="presParOf" srcId="{B7259B0C-549A-459C-A425-7F98C36634FD}" destId="{17061DC5-D46A-4110-805E-75A8B626AD8D}" srcOrd="1" destOrd="0" presId="urn:microsoft.com/office/officeart/2005/8/layout/hList7"/>
    <dgm:cxn modelId="{8AB24AD1-2BDA-417E-988B-29ECDB83C839}" type="presParOf" srcId="{B7259B0C-549A-459C-A425-7F98C36634FD}" destId="{F02CDD41-1319-476E-A0F3-6B9268C2ECFE}" srcOrd="2" destOrd="0" presId="urn:microsoft.com/office/officeart/2005/8/layout/hList7"/>
    <dgm:cxn modelId="{2FF9C126-CE94-4279-B165-9268AF0D75C2}" type="presParOf" srcId="{B7259B0C-549A-459C-A425-7F98C36634FD}" destId="{9D5DD642-C90E-4EE3-B575-43FE80118B8B}" srcOrd="3" destOrd="0" presId="urn:microsoft.com/office/officeart/2005/8/layout/hList7"/>
    <dgm:cxn modelId="{1E91C3EE-E8E0-416B-B054-A4920D5A64E8}" type="presParOf" srcId="{832AD545-83EA-4467-AE24-604F554F03A2}" destId="{4998362B-8846-402F-96FC-DBBD5A58D7DC}" srcOrd="3" destOrd="0" presId="urn:microsoft.com/office/officeart/2005/8/layout/hList7"/>
    <dgm:cxn modelId="{1902E740-AEDC-4EB9-9F44-4ABDFC0C4248}" type="presParOf" srcId="{832AD545-83EA-4467-AE24-604F554F03A2}" destId="{D590F2C0-BDDF-4D5C-A47D-708C5BC2CBA3}" srcOrd="4" destOrd="0" presId="urn:microsoft.com/office/officeart/2005/8/layout/hList7"/>
    <dgm:cxn modelId="{E0BC6534-7B7A-41BB-B00D-EEA919FFC580}" type="presParOf" srcId="{D590F2C0-BDDF-4D5C-A47D-708C5BC2CBA3}" destId="{4FD3FA10-12CB-4A79-BCD5-DDE75230D396}" srcOrd="0" destOrd="0" presId="urn:microsoft.com/office/officeart/2005/8/layout/hList7"/>
    <dgm:cxn modelId="{A6DF1815-364E-49CD-BAEE-9D409EBD5B27}" type="presParOf" srcId="{D590F2C0-BDDF-4D5C-A47D-708C5BC2CBA3}" destId="{20840C83-5184-45B1-B853-E0019785FA15}" srcOrd="1" destOrd="0" presId="urn:microsoft.com/office/officeart/2005/8/layout/hList7"/>
    <dgm:cxn modelId="{7057E84A-5D24-43A5-B1C7-5821C9F1ACF3}" type="presParOf" srcId="{D590F2C0-BDDF-4D5C-A47D-708C5BC2CBA3}" destId="{B9885F29-F0F4-428A-8723-61CE04DFAAEC}" srcOrd="2" destOrd="0" presId="urn:microsoft.com/office/officeart/2005/8/layout/hList7"/>
    <dgm:cxn modelId="{D2CC9A97-4AFE-4077-BCAD-A6D862CF39BC}" type="presParOf" srcId="{D590F2C0-BDDF-4D5C-A47D-708C5BC2CBA3}" destId="{0466120E-AB6F-4EC3-9507-C3D32E1B2B33}" srcOrd="3" destOrd="0" presId="urn:microsoft.com/office/officeart/2005/8/layout/hList7"/>
    <dgm:cxn modelId="{B4BC7F62-1A15-44F0-BCE5-0A507CDB9F45}" type="presParOf" srcId="{832AD545-83EA-4467-AE24-604F554F03A2}" destId="{E5A6EDD7-4414-4A73-A9E9-93D54A14B3AC}" srcOrd="5" destOrd="0" presId="urn:microsoft.com/office/officeart/2005/8/layout/hList7"/>
    <dgm:cxn modelId="{56893354-A4BE-49D1-B480-66E2ED0C42C9}" type="presParOf" srcId="{832AD545-83EA-4467-AE24-604F554F03A2}" destId="{023EF88B-E16B-450A-8C7D-D53795EC6B63}" srcOrd="6" destOrd="0" presId="urn:microsoft.com/office/officeart/2005/8/layout/hList7"/>
    <dgm:cxn modelId="{3F92D4F4-F1D0-4F49-A693-B4A1A98D6BDF}" type="presParOf" srcId="{023EF88B-E16B-450A-8C7D-D53795EC6B63}" destId="{7087F154-8DC9-41BF-9BB6-986B8069D2DB}" srcOrd="0" destOrd="0" presId="urn:microsoft.com/office/officeart/2005/8/layout/hList7"/>
    <dgm:cxn modelId="{175EB7D8-62EF-454F-8F23-CA7834D434AA}" type="presParOf" srcId="{023EF88B-E16B-450A-8C7D-D53795EC6B63}" destId="{6B80C308-5079-4CCB-A586-76E37C487F61}" srcOrd="1" destOrd="0" presId="urn:microsoft.com/office/officeart/2005/8/layout/hList7"/>
    <dgm:cxn modelId="{640388C5-7081-4BBD-BB34-9C1A45BC2DE2}" type="presParOf" srcId="{023EF88B-E16B-450A-8C7D-D53795EC6B63}" destId="{35D9B0BD-EB0D-45B1-9693-0E8B92B4DDEE}" srcOrd="2" destOrd="0" presId="urn:microsoft.com/office/officeart/2005/8/layout/hList7"/>
    <dgm:cxn modelId="{DE6482FD-09FE-42B2-B8F0-12BC8CD03935}" type="presParOf" srcId="{023EF88B-E16B-450A-8C7D-D53795EC6B63}" destId="{E336CB1B-E630-4356-800C-B97176CA53FB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D50C28-39F3-49DB-B5CC-95CCC2FCB0BB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DC0AF7-7B24-478E-920D-FC0174D42BFA}">
      <dgm:prSet/>
      <dgm:spPr/>
      <dgm:t>
        <a:bodyPr/>
        <a:lstStyle/>
        <a:p>
          <a:r>
            <a:rPr lang="en-US" b="1" u="sng" dirty="0"/>
            <a:t> </a:t>
          </a:r>
          <a:r>
            <a:rPr lang="en-US" b="1" u="sng" dirty="0">
              <a:solidFill>
                <a:schemeClr val="tx1"/>
              </a:solidFill>
            </a:rPr>
            <a:t>1.Piyush Gupta (2016) </a:t>
          </a:r>
          <a:r>
            <a:rPr lang="en-US" dirty="0"/>
            <a:t>performed "Design and Performance Evaluation of a Greywater Treatment System for Residential Complexes in India". </a:t>
          </a:r>
          <a:endParaRPr lang="en-IN" dirty="0"/>
        </a:p>
      </dgm:t>
    </dgm:pt>
    <dgm:pt modelId="{FA0D2337-4A7F-4ACE-B00A-ACE7EC4885FE}" type="parTrans" cxnId="{D4D70D12-A73B-4724-B4D7-952ACA7DAB70}">
      <dgm:prSet/>
      <dgm:spPr/>
      <dgm:t>
        <a:bodyPr/>
        <a:lstStyle/>
        <a:p>
          <a:endParaRPr lang="en-IN"/>
        </a:p>
      </dgm:t>
    </dgm:pt>
    <dgm:pt modelId="{8CF39E29-879E-450A-90BF-CF64398793C9}" type="sibTrans" cxnId="{D4D70D12-A73B-4724-B4D7-952ACA7DAB70}">
      <dgm:prSet/>
      <dgm:spPr/>
      <dgm:t>
        <a:bodyPr/>
        <a:lstStyle/>
        <a:p>
          <a:endParaRPr lang="en-IN"/>
        </a:p>
      </dgm:t>
    </dgm:pt>
    <dgm:pt modelId="{4CFA5179-242E-41A1-A525-B9E9DFC1E3B8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2.Himanshu Joshi (2017)</a:t>
          </a:r>
          <a:r>
            <a:rPr lang="en-US" b="1" u="sng" dirty="0"/>
            <a:t> </a:t>
          </a:r>
          <a:r>
            <a:rPr lang="en-US" dirty="0"/>
            <a:t>performed the Evaluation of Low-Cost Greywater Treatment Systems for Urban Areas in India. This research article evaluates the performance of low-cost greywater treatment systems suitable for urban areas in India. </a:t>
          </a:r>
          <a:endParaRPr lang="en-IN" dirty="0"/>
        </a:p>
      </dgm:t>
    </dgm:pt>
    <dgm:pt modelId="{51474642-AFD5-468B-916A-8727255F01C1}" type="parTrans" cxnId="{03008EB9-8A5E-4AFE-9A68-C62F40A88DF7}">
      <dgm:prSet/>
      <dgm:spPr/>
      <dgm:t>
        <a:bodyPr/>
        <a:lstStyle/>
        <a:p>
          <a:endParaRPr lang="en-IN"/>
        </a:p>
      </dgm:t>
    </dgm:pt>
    <dgm:pt modelId="{85D67D4D-BFAB-42FE-A788-B32E11551902}" type="sibTrans" cxnId="{03008EB9-8A5E-4AFE-9A68-C62F40A88DF7}">
      <dgm:prSet/>
      <dgm:spPr/>
      <dgm:t>
        <a:bodyPr/>
        <a:lstStyle/>
        <a:p>
          <a:endParaRPr lang="en-IN"/>
        </a:p>
      </dgm:t>
    </dgm:pt>
    <dgm:pt modelId="{2BFA70EC-D207-41FA-BAC3-08A0207EF51E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3.Shashwat G. Mishra (2018) </a:t>
          </a:r>
          <a:r>
            <a:rPr lang="en-US" dirty="0"/>
            <a:t>did the task on Assessment of Greywater Treatment Technologies for Urban India. This study assesses different greywater treatment technologies for urban India. </a:t>
          </a:r>
          <a:endParaRPr lang="en-IN" dirty="0"/>
        </a:p>
      </dgm:t>
    </dgm:pt>
    <dgm:pt modelId="{50E63354-7C78-45E8-A766-B44637F89C59}" type="parTrans" cxnId="{7647B805-48EF-44E5-8A34-DB30907AF372}">
      <dgm:prSet/>
      <dgm:spPr/>
      <dgm:t>
        <a:bodyPr/>
        <a:lstStyle/>
        <a:p>
          <a:endParaRPr lang="en-IN"/>
        </a:p>
      </dgm:t>
    </dgm:pt>
    <dgm:pt modelId="{C1CAF4C0-937E-4B8B-8994-C7011CAB63F5}" type="sibTrans" cxnId="{7647B805-48EF-44E5-8A34-DB30907AF372}">
      <dgm:prSet/>
      <dgm:spPr/>
      <dgm:t>
        <a:bodyPr/>
        <a:lstStyle/>
        <a:p>
          <a:endParaRPr lang="en-IN"/>
        </a:p>
      </dgm:t>
    </dgm:pt>
    <dgm:pt modelId="{38F5F1AA-1DD7-4154-9942-636D6228A6F6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4.Keshav Mohan(2021) </a:t>
          </a:r>
          <a:r>
            <a:rPr lang="en-US" dirty="0"/>
            <a:t>performed Greywater Recycling for Domestic Use in India. This review article explores the opportunities, challenges, and perspectives of greywater recycling for domestic use in India. </a:t>
          </a:r>
          <a:endParaRPr lang="en-IN" dirty="0"/>
        </a:p>
      </dgm:t>
    </dgm:pt>
    <dgm:pt modelId="{25A3B112-813F-45AF-8615-0A463548BF3B}" type="parTrans" cxnId="{93B706FD-94CD-4DE5-88DC-ABC2A761613C}">
      <dgm:prSet/>
      <dgm:spPr/>
      <dgm:t>
        <a:bodyPr/>
        <a:lstStyle/>
        <a:p>
          <a:endParaRPr lang="en-IN"/>
        </a:p>
      </dgm:t>
    </dgm:pt>
    <dgm:pt modelId="{8F1A559C-79FB-445C-A545-C18BDD88DAC2}" type="sibTrans" cxnId="{93B706FD-94CD-4DE5-88DC-ABC2A761613C}">
      <dgm:prSet/>
      <dgm:spPr/>
      <dgm:t>
        <a:bodyPr/>
        <a:lstStyle/>
        <a:p>
          <a:endParaRPr lang="en-IN"/>
        </a:p>
      </dgm:t>
    </dgm:pt>
    <dgm:pt modelId="{E0A62178-5A59-4F21-9C1C-960B256F5A65}" type="pres">
      <dgm:prSet presAssocID="{7FD50C28-39F3-49DB-B5CC-95CCC2FCB0BB}" presName="linear" presStyleCnt="0">
        <dgm:presLayoutVars>
          <dgm:animLvl val="lvl"/>
          <dgm:resizeHandles val="exact"/>
        </dgm:presLayoutVars>
      </dgm:prSet>
      <dgm:spPr/>
    </dgm:pt>
    <dgm:pt modelId="{55BC248C-AF32-4492-92DC-32F28077A4FA}" type="pres">
      <dgm:prSet presAssocID="{C6DC0AF7-7B24-478E-920D-FC0174D42BF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0919B52-F317-4BAA-B70F-7EF6EEA2CD78}" type="pres">
      <dgm:prSet presAssocID="{8CF39E29-879E-450A-90BF-CF64398793C9}" presName="spacer" presStyleCnt="0"/>
      <dgm:spPr/>
    </dgm:pt>
    <dgm:pt modelId="{334C2612-C6E7-4B22-A0EA-FFF50353CCB6}" type="pres">
      <dgm:prSet presAssocID="{4CFA5179-242E-41A1-A525-B9E9DFC1E3B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E327CD-DF4A-4C91-808D-A8BFAA4FFADC}" type="pres">
      <dgm:prSet presAssocID="{85D67D4D-BFAB-42FE-A788-B32E11551902}" presName="spacer" presStyleCnt="0"/>
      <dgm:spPr/>
    </dgm:pt>
    <dgm:pt modelId="{B44A04BE-99CC-4EEB-85C8-D35940F3C7F1}" type="pres">
      <dgm:prSet presAssocID="{2BFA70EC-D207-41FA-BAC3-08A0207EF5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58E24CC-D6D0-47EA-94D9-4CAF5E9C39AA}" type="pres">
      <dgm:prSet presAssocID="{C1CAF4C0-937E-4B8B-8994-C7011CAB63F5}" presName="spacer" presStyleCnt="0"/>
      <dgm:spPr/>
    </dgm:pt>
    <dgm:pt modelId="{34256459-B374-4153-87E5-EA970088DEC6}" type="pres">
      <dgm:prSet presAssocID="{38F5F1AA-1DD7-4154-9942-636D6228A6F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647B805-48EF-44E5-8A34-DB30907AF372}" srcId="{7FD50C28-39F3-49DB-B5CC-95CCC2FCB0BB}" destId="{2BFA70EC-D207-41FA-BAC3-08A0207EF51E}" srcOrd="2" destOrd="0" parTransId="{50E63354-7C78-45E8-A766-B44637F89C59}" sibTransId="{C1CAF4C0-937E-4B8B-8994-C7011CAB63F5}"/>
    <dgm:cxn modelId="{D4D70D12-A73B-4724-B4D7-952ACA7DAB70}" srcId="{7FD50C28-39F3-49DB-B5CC-95CCC2FCB0BB}" destId="{C6DC0AF7-7B24-478E-920D-FC0174D42BFA}" srcOrd="0" destOrd="0" parTransId="{FA0D2337-4A7F-4ACE-B00A-ACE7EC4885FE}" sibTransId="{8CF39E29-879E-450A-90BF-CF64398793C9}"/>
    <dgm:cxn modelId="{DE8CDD9A-4416-46C7-B86F-76A57E8B2F73}" type="presOf" srcId="{7FD50C28-39F3-49DB-B5CC-95CCC2FCB0BB}" destId="{E0A62178-5A59-4F21-9C1C-960B256F5A65}" srcOrd="0" destOrd="0" presId="urn:microsoft.com/office/officeart/2005/8/layout/vList2"/>
    <dgm:cxn modelId="{A6E5019D-05A9-4ADA-909D-96833EF47712}" type="presOf" srcId="{C6DC0AF7-7B24-478E-920D-FC0174D42BFA}" destId="{55BC248C-AF32-4492-92DC-32F28077A4FA}" srcOrd="0" destOrd="0" presId="urn:microsoft.com/office/officeart/2005/8/layout/vList2"/>
    <dgm:cxn modelId="{1D0715A6-684B-458C-BFDF-86EDEE2E2FDE}" type="presOf" srcId="{38F5F1AA-1DD7-4154-9942-636D6228A6F6}" destId="{34256459-B374-4153-87E5-EA970088DEC6}" srcOrd="0" destOrd="0" presId="urn:microsoft.com/office/officeart/2005/8/layout/vList2"/>
    <dgm:cxn modelId="{307BA4AB-B3A0-4511-9EC7-2E20CF5230F4}" type="presOf" srcId="{2BFA70EC-D207-41FA-BAC3-08A0207EF51E}" destId="{B44A04BE-99CC-4EEB-85C8-D35940F3C7F1}" srcOrd="0" destOrd="0" presId="urn:microsoft.com/office/officeart/2005/8/layout/vList2"/>
    <dgm:cxn modelId="{03008EB9-8A5E-4AFE-9A68-C62F40A88DF7}" srcId="{7FD50C28-39F3-49DB-B5CC-95CCC2FCB0BB}" destId="{4CFA5179-242E-41A1-A525-B9E9DFC1E3B8}" srcOrd="1" destOrd="0" parTransId="{51474642-AFD5-468B-916A-8727255F01C1}" sibTransId="{85D67D4D-BFAB-42FE-A788-B32E11551902}"/>
    <dgm:cxn modelId="{95041ABA-765F-49A4-B3B5-F687A6885CDC}" type="presOf" srcId="{4CFA5179-242E-41A1-A525-B9E9DFC1E3B8}" destId="{334C2612-C6E7-4B22-A0EA-FFF50353CCB6}" srcOrd="0" destOrd="0" presId="urn:microsoft.com/office/officeart/2005/8/layout/vList2"/>
    <dgm:cxn modelId="{93B706FD-94CD-4DE5-88DC-ABC2A761613C}" srcId="{7FD50C28-39F3-49DB-B5CC-95CCC2FCB0BB}" destId="{38F5F1AA-1DD7-4154-9942-636D6228A6F6}" srcOrd="3" destOrd="0" parTransId="{25A3B112-813F-45AF-8615-0A463548BF3B}" sibTransId="{8F1A559C-79FB-445C-A545-C18BDD88DAC2}"/>
    <dgm:cxn modelId="{B4AC74B7-B010-47F6-B566-D051F67768F4}" type="presParOf" srcId="{E0A62178-5A59-4F21-9C1C-960B256F5A65}" destId="{55BC248C-AF32-4492-92DC-32F28077A4FA}" srcOrd="0" destOrd="0" presId="urn:microsoft.com/office/officeart/2005/8/layout/vList2"/>
    <dgm:cxn modelId="{95B2DB8E-08B5-43B3-97F1-BE8594A175BF}" type="presParOf" srcId="{E0A62178-5A59-4F21-9C1C-960B256F5A65}" destId="{D0919B52-F317-4BAA-B70F-7EF6EEA2CD78}" srcOrd="1" destOrd="0" presId="urn:microsoft.com/office/officeart/2005/8/layout/vList2"/>
    <dgm:cxn modelId="{C6E19EC0-7C2D-401C-B4C4-19BC5090FAD4}" type="presParOf" srcId="{E0A62178-5A59-4F21-9C1C-960B256F5A65}" destId="{334C2612-C6E7-4B22-A0EA-FFF50353CCB6}" srcOrd="2" destOrd="0" presId="urn:microsoft.com/office/officeart/2005/8/layout/vList2"/>
    <dgm:cxn modelId="{C2FB34B3-6051-479F-9449-FFD29D5DDC44}" type="presParOf" srcId="{E0A62178-5A59-4F21-9C1C-960B256F5A65}" destId="{A6E327CD-DF4A-4C91-808D-A8BFAA4FFADC}" srcOrd="3" destOrd="0" presId="urn:microsoft.com/office/officeart/2005/8/layout/vList2"/>
    <dgm:cxn modelId="{79BB335F-101C-4564-B06C-95F9CC2B372A}" type="presParOf" srcId="{E0A62178-5A59-4F21-9C1C-960B256F5A65}" destId="{B44A04BE-99CC-4EEB-85C8-D35940F3C7F1}" srcOrd="4" destOrd="0" presId="urn:microsoft.com/office/officeart/2005/8/layout/vList2"/>
    <dgm:cxn modelId="{72A5B691-2381-41ED-B891-2AF45340B1F5}" type="presParOf" srcId="{E0A62178-5A59-4F21-9C1C-960B256F5A65}" destId="{E58E24CC-D6D0-47EA-94D9-4CAF5E9C39AA}" srcOrd="5" destOrd="0" presId="urn:microsoft.com/office/officeart/2005/8/layout/vList2"/>
    <dgm:cxn modelId="{B5C132E4-45A6-49CD-86BD-6950E590BB9C}" type="presParOf" srcId="{E0A62178-5A59-4F21-9C1C-960B256F5A65}" destId="{34256459-B374-4153-87E5-EA970088DE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9E15B9D-6506-4188-8A10-8FE737B5A11F}" type="doc">
      <dgm:prSet loTypeId="urn:microsoft.com/office/officeart/2005/8/layout/hProcess9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E4C3B97-730A-434A-8370-18C0DF6668B8}">
      <dgm:prSet/>
      <dgm:spPr/>
      <dgm:t>
        <a:bodyPr/>
        <a:lstStyle/>
        <a:p>
          <a:r>
            <a:rPr lang="en-IN" dirty="0"/>
            <a:t>Biofilter: Fine Sand, Gravels &amp; Pebbles, Charcoal, Coconut Husk.</a:t>
          </a:r>
        </a:p>
      </dgm:t>
    </dgm:pt>
    <dgm:pt modelId="{0F8D8564-D6CD-4381-8D25-4A26C562232E}" type="parTrans" cxnId="{A45BABAA-8262-4533-8EC0-DABCB0AACB42}">
      <dgm:prSet/>
      <dgm:spPr/>
      <dgm:t>
        <a:bodyPr/>
        <a:lstStyle/>
        <a:p>
          <a:endParaRPr lang="en-IN"/>
        </a:p>
      </dgm:t>
    </dgm:pt>
    <dgm:pt modelId="{677D0FEE-4F28-4587-81DE-3365B5E2D6E4}" type="sibTrans" cxnId="{A45BABAA-8262-4533-8EC0-DABCB0AACB42}">
      <dgm:prSet/>
      <dgm:spPr/>
      <dgm:t>
        <a:bodyPr/>
        <a:lstStyle/>
        <a:p>
          <a:endParaRPr lang="en-IN"/>
        </a:p>
      </dgm:t>
    </dgm:pt>
    <dgm:pt modelId="{47164BE5-2A28-4A6C-89C7-A8E987B30AC2}">
      <dgm:prSet/>
      <dgm:spPr/>
      <dgm:t>
        <a:bodyPr/>
        <a:lstStyle/>
        <a:p>
          <a:r>
            <a:rPr lang="en-IN" dirty="0"/>
            <a:t>Post-cleaning: Sediment filter, Carbon filters, Mineral cartridge.</a:t>
          </a:r>
        </a:p>
      </dgm:t>
    </dgm:pt>
    <dgm:pt modelId="{C2D6324F-C5A1-44CB-BAE4-B024307A3678}" type="parTrans" cxnId="{CA3E5BAA-F552-4F7B-ABCD-096BDBC8CAAE}">
      <dgm:prSet/>
      <dgm:spPr/>
      <dgm:t>
        <a:bodyPr/>
        <a:lstStyle/>
        <a:p>
          <a:endParaRPr lang="en-IN"/>
        </a:p>
      </dgm:t>
    </dgm:pt>
    <dgm:pt modelId="{EAEFF546-4204-42FD-AFBA-D4AB088D8B09}" type="sibTrans" cxnId="{CA3E5BAA-F552-4F7B-ABCD-096BDBC8CAAE}">
      <dgm:prSet/>
      <dgm:spPr/>
      <dgm:t>
        <a:bodyPr/>
        <a:lstStyle/>
        <a:p>
          <a:endParaRPr lang="en-IN"/>
        </a:p>
      </dgm:t>
    </dgm:pt>
    <dgm:pt modelId="{AA6AFCA8-56F0-4471-85AF-FF55A8BA8DC5}">
      <dgm:prSet/>
      <dgm:spPr/>
      <dgm:t>
        <a:bodyPr/>
        <a:lstStyle/>
        <a:p>
          <a:r>
            <a:rPr lang="en-IN" dirty="0"/>
            <a:t>Other: Booster pump, RO filter, UV filter, Hose pipes, pH meter.</a:t>
          </a:r>
        </a:p>
      </dgm:t>
    </dgm:pt>
    <dgm:pt modelId="{DB860736-8B82-4CBA-907F-D913F14DD75A}" type="parTrans" cxnId="{44BCEF4E-7403-428D-B39B-CAEC458354DE}">
      <dgm:prSet/>
      <dgm:spPr/>
      <dgm:t>
        <a:bodyPr/>
        <a:lstStyle/>
        <a:p>
          <a:endParaRPr lang="en-IN"/>
        </a:p>
      </dgm:t>
    </dgm:pt>
    <dgm:pt modelId="{DE995F80-0887-4936-827D-E6847E61366A}" type="sibTrans" cxnId="{44BCEF4E-7403-428D-B39B-CAEC458354DE}">
      <dgm:prSet/>
      <dgm:spPr/>
      <dgm:t>
        <a:bodyPr/>
        <a:lstStyle/>
        <a:p>
          <a:endParaRPr lang="en-IN"/>
        </a:p>
      </dgm:t>
    </dgm:pt>
    <dgm:pt modelId="{10F8A82C-3030-4202-86FC-2F4276770998}">
      <dgm:prSet/>
      <dgm:spPr/>
      <dgm:t>
        <a:bodyPr/>
        <a:lstStyle/>
        <a:p>
          <a:r>
            <a:rPr lang="en-IN" dirty="0"/>
            <a:t>Activated Carbon: Removes odour, colour, and residual chemicals.</a:t>
          </a:r>
        </a:p>
      </dgm:t>
    </dgm:pt>
    <dgm:pt modelId="{6D3018A8-1F8F-4153-A663-176174503AB7}" type="parTrans" cxnId="{23F3D5BF-DB88-436E-B798-2AB6F903D426}">
      <dgm:prSet/>
      <dgm:spPr/>
      <dgm:t>
        <a:bodyPr/>
        <a:lstStyle/>
        <a:p>
          <a:endParaRPr lang="en-IN"/>
        </a:p>
      </dgm:t>
    </dgm:pt>
    <dgm:pt modelId="{85A2660A-7AE3-4C42-A394-BFB3AB3DAC57}" type="sibTrans" cxnId="{23F3D5BF-DB88-436E-B798-2AB6F903D426}">
      <dgm:prSet/>
      <dgm:spPr/>
      <dgm:t>
        <a:bodyPr/>
        <a:lstStyle/>
        <a:p>
          <a:endParaRPr lang="en-IN"/>
        </a:p>
      </dgm:t>
    </dgm:pt>
    <dgm:pt modelId="{324FB5FF-9F1D-4B33-A2F7-9ACB8D10572E}">
      <dgm:prSet/>
      <dgm:spPr/>
      <dgm:t>
        <a:bodyPr/>
        <a:lstStyle/>
        <a:p>
          <a:r>
            <a:rPr lang="en-IN" dirty="0"/>
            <a:t>UV Filter: Eliminates microorganisms ensuring safe reuse.</a:t>
          </a:r>
        </a:p>
      </dgm:t>
    </dgm:pt>
    <dgm:pt modelId="{BB438EA5-832F-47BF-8AB6-388B30F54C14}" type="parTrans" cxnId="{4A153914-214D-450B-99C2-5ADA415243B1}">
      <dgm:prSet/>
      <dgm:spPr/>
      <dgm:t>
        <a:bodyPr/>
        <a:lstStyle/>
        <a:p>
          <a:endParaRPr lang="en-IN"/>
        </a:p>
      </dgm:t>
    </dgm:pt>
    <dgm:pt modelId="{9B9C6893-0BEF-46A4-8239-36AD9D0FA81A}" type="sibTrans" cxnId="{4A153914-214D-450B-99C2-5ADA415243B1}">
      <dgm:prSet/>
      <dgm:spPr/>
      <dgm:t>
        <a:bodyPr/>
        <a:lstStyle/>
        <a:p>
          <a:endParaRPr lang="en-IN"/>
        </a:p>
      </dgm:t>
    </dgm:pt>
    <dgm:pt modelId="{56150FFF-02C1-413F-850B-CC788DE4D8CA}">
      <dgm:prSet/>
      <dgm:spPr/>
      <dgm:t>
        <a:bodyPr/>
        <a:lstStyle/>
        <a:p>
          <a:r>
            <a:rPr lang="en-IN" dirty="0"/>
            <a:t>Mineral Cartridge: Improves taste and adds essential minerals.</a:t>
          </a:r>
        </a:p>
      </dgm:t>
    </dgm:pt>
    <dgm:pt modelId="{EF1A49D2-1D39-4D37-8DAB-837965DE850C}" type="parTrans" cxnId="{E0B7CE84-BAF9-44CF-A31C-9A333A60FE7D}">
      <dgm:prSet/>
      <dgm:spPr/>
      <dgm:t>
        <a:bodyPr/>
        <a:lstStyle/>
        <a:p>
          <a:endParaRPr lang="en-IN"/>
        </a:p>
      </dgm:t>
    </dgm:pt>
    <dgm:pt modelId="{083C7437-B66A-4E32-8416-CA124C7B5E34}" type="sibTrans" cxnId="{E0B7CE84-BAF9-44CF-A31C-9A333A60FE7D}">
      <dgm:prSet/>
      <dgm:spPr/>
      <dgm:t>
        <a:bodyPr/>
        <a:lstStyle/>
        <a:p>
          <a:endParaRPr lang="en-IN"/>
        </a:p>
      </dgm:t>
    </dgm:pt>
    <dgm:pt modelId="{C71046D7-4B2D-4492-8652-A90D167789D7}" type="pres">
      <dgm:prSet presAssocID="{09E15B9D-6506-4188-8A10-8FE737B5A11F}" presName="CompostProcess" presStyleCnt="0">
        <dgm:presLayoutVars>
          <dgm:dir/>
          <dgm:resizeHandles val="exact"/>
        </dgm:presLayoutVars>
      </dgm:prSet>
      <dgm:spPr/>
    </dgm:pt>
    <dgm:pt modelId="{380FF7FA-B7E1-421A-925C-5F5831228A05}" type="pres">
      <dgm:prSet presAssocID="{09E15B9D-6506-4188-8A10-8FE737B5A11F}" presName="arrow" presStyleLbl="bgShp" presStyleIdx="0" presStyleCnt="1"/>
      <dgm:spPr/>
    </dgm:pt>
    <dgm:pt modelId="{7B1B5026-41E0-4DBE-B96D-1814A775D593}" type="pres">
      <dgm:prSet presAssocID="{09E15B9D-6506-4188-8A10-8FE737B5A11F}" presName="linearProcess" presStyleCnt="0"/>
      <dgm:spPr/>
    </dgm:pt>
    <dgm:pt modelId="{851E5CBD-1B67-4E50-B7A2-5124DAD5A579}" type="pres">
      <dgm:prSet presAssocID="{2E4C3B97-730A-434A-8370-18C0DF6668B8}" presName="textNode" presStyleLbl="node1" presStyleIdx="0" presStyleCnt="6">
        <dgm:presLayoutVars>
          <dgm:bulletEnabled val="1"/>
        </dgm:presLayoutVars>
      </dgm:prSet>
      <dgm:spPr/>
    </dgm:pt>
    <dgm:pt modelId="{252BF9F3-0ED9-4671-A48F-7C74CE570C9A}" type="pres">
      <dgm:prSet presAssocID="{677D0FEE-4F28-4587-81DE-3365B5E2D6E4}" presName="sibTrans" presStyleCnt="0"/>
      <dgm:spPr/>
    </dgm:pt>
    <dgm:pt modelId="{B342F5EB-2156-469B-A3F4-FE9F4A319B4B}" type="pres">
      <dgm:prSet presAssocID="{47164BE5-2A28-4A6C-89C7-A8E987B30AC2}" presName="textNode" presStyleLbl="node1" presStyleIdx="1" presStyleCnt="6">
        <dgm:presLayoutVars>
          <dgm:bulletEnabled val="1"/>
        </dgm:presLayoutVars>
      </dgm:prSet>
      <dgm:spPr/>
    </dgm:pt>
    <dgm:pt modelId="{BC91CF4B-84FF-485D-881F-2272265CB269}" type="pres">
      <dgm:prSet presAssocID="{EAEFF546-4204-42FD-AFBA-D4AB088D8B09}" presName="sibTrans" presStyleCnt="0"/>
      <dgm:spPr/>
    </dgm:pt>
    <dgm:pt modelId="{F50E3937-4075-4770-8DB6-FAE17B9B6578}" type="pres">
      <dgm:prSet presAssocID="{AA6AFCA8-56F0-4471-85AF-FF55A8BA8DC5}" presName="textNode" presStyleLbl="node1" presStyleIdx="2" presStyleCnt="6">
        <dgm:presLayoutVars>
          <dgm:bulletEnabled val="1"/>
        </dgm:presLayoutVars>
      </dgm:prSet>
      <dgm:spPr/>
    </dgm:pt>
    <dgm:pt modelId="{4EC50803-9B59-4DDC-941A-E03D2D60628A}" type="pres">
      <dgm:prSet presAssocID="{DE995F80-0887-4936-827D-E6847E61366A}" presName="sibTrans" presStyleCnt="0"/>
      <dgm:spPr/>
    </dgm:pt>
    <dgm:pt modelId="{D78FB2AB-FA69-467F-9E97-18C5CD811225}" type="pres">
      <dgm:prSet presAssocID="{10F8A82C-3030-4202-86FC-2F4276770998}" presName="textNode" presStyleLbl="node1" presStyleIdx="3" presStyleCnt="6">
        <dgm:presLayoutVars>
          <dgm:bulletEnabled val="1"/>
        </dgm:presLayoutVars>
      </dgm:prSet>
      <dgm:spPr/>
    </dgm:pt>
    <dgm:pt modelId="{F5CC23EC-9558-4978-8D8B-C29C48C62DFB}" type="pres">
      <dgm:prSet presAssocID="{85A2660A-7AE3-4C42-A394-BFB3AB3DAC57}" presName="sibTrans" presStyleCnt="0"/>
      <dgm:spPr/>
    </dgm:pt>
    <dgm:pt modelId="{6E1D4CD0-58D6-4004-8EAF-BF15F7C852D5}" type="pres">
      <dgm:prSet presAssocID="{324FB5FF-9F1D-4B33-A2F7-9ACB8D10572E}" presName="textNode" presStyleLbl="node1" presStyleIdx="4" presStyleCnt="6">
        <dgm:presLayoutVars>
          <dgm:bulletEnabled val="1"/>
        </dgm:presLayoutVars>
      </dgm:prSet>
      <dgm:spPr/>
    </dgm:pt>
    <dgm:pt modelId="{1D69FAD2-19A2-48E3-8A88-7454B22DAE94}" type="pres">
      <dgm:prSet presAssocID="{9B9C6893-0BEF-46A4-8239-36AD9D0FA81A}" presName="sibTrans" presStyleCnt="0"/>
      <dgm:spPr/>
    </dgm:pt>
    <dgm:pt modelId="{97841128-1894-49CF-B0F8-DA73CB1E41F4}" type="pres">
      <dgm:prSet presAssocID="{56150FFF-02C1-413F-850B-CC788DE4D8CA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4A153914-214D-450B-99C2-5ADA415243B1}" srcId="{09E15B9D-6506-4188-8A10-8FE737B5A11F}" destId="{324FB5FF-9F1D-4B33-A2F7-9ACB8D10572E}" srcOrd="4" destOrd="0" parTransId="{BB438EA5-832F-47BF-8AB6-388B30F54C14}" sibTransId="{9B9C6893-0BEF-46A4-8239-36AD9D0FA81A}"/>
    <dgm:cxn modelId="{6312F916-D9D6-4C50-BB7B-88F5860A92E7}" type="presOf" srcId="{AA6AFCA8-56F0-4471-85AF-FF55A8BA8DC5}" destId="{F50E3937-4075-4770-8DB6-FAE17B9B6578}" srcOrd="0" destOrd="0" presId="urn:microsoft.com/office/officeart/2005/8/layout/hProcess9"/>
    <dgm:cxn modelId="{EA54AA38-8690-47B7-836B-2506B15AA819}" type="presOf" srcId="{2E4C3B97-730A-434A-8370-18C0DF6668B8}" destId="{851E5CBD-1B67-4E50-B7A2-5124DAD5A579}" srcOrd="0" destOrd="0" presId="urn:microsoft.com/office/officeart/2005/8/layout/hProcess9"/>
    <dgm:cxn modelId="{44BCEF4E-7403-428D-B39B-CAEC458354DE}" srcId="{09E15B9D-6506-4188-8A10-8FE737B5A11F}" destId="{AA6AFCA8-56F0-4471-85AF-FF55A8BA8DC5}" srcOrd="2" destOrd="0" parTransId="{DB860736-8B82-4CBA-907F-D913F14DD75A}" sibTransId="{DE995F80-0887-4936-827D-E6847E61366A}"/>
    <dgm:cxn modelId="{E0B7CE84-BAF9-44CF-A31C-9A333A60FE7D}" srcId="{09E15B9D-6506-4188-8A10-8FE737B5A11F}" destId="{56150FFF-02C1-413F-850B-CC788DE4D8CA}" srcOrd="5" destOrd="0" parTransId="{EF1A49D2-1D39-4D37-8DAB-837965DE850C}" sibTransId="{083C7437-B66A-4E32-8416-CA124C7B5E34}"/>
    <dgm:cxn modelId="{98C4FC8D-5647-44F4-B705-0B255E8C2E01}" type="presOf" srcId="{47164BE5-2A28-4A6C-89C7-A8E987B30AC2}" destId="{B342F5EB-2156-469B-A3F4-FE9F4A319B4B}" srcOrd="0" destOrd="0" presId="urn:microsoft.com/office/officeart/2005/8/layout/hProcess9"/>
    <dgm:cxn modelId="{66357EA2-CB41-4CFE-B951-63A76FA97E44}" type="presOf" srcId="{09E15B9D-6506-4188-8A10-8FE737B5A11F}" destId="{C71046D7-4B2D-4492-8652-A90D167789D7}" srcOrd="0" destOrd="0" presId="urn:microsoft.com/office/officeart/2005/8/layout/hProcess9"/>
    <dgm:cxn modelId="{5FFD4AA9-9B63-4D50-971C-896EBB001101}" type="presOf" srcId="{324FB5FF-9F1D-4B33-A2F7-9ACB8D10572E}" destId="{6E1D4CD0-58D6-4004-8EAF-BF15F7C852D5}" srcOrd="0" destOrd="0" presId="urn:microsoft.com/office/officeart/2005/8/layout/hProcess9"/>
    <dgm:cxn modelId="{CA3E5BAA-F552-4F7B-ABCD-096BDBC8CAAE}" srcId="{09E15B9D-6506-4188-8A10-8FE737B5A11F}" destId="{47164BE5-2A28-4A6C-89C7-A8E987B30AC2}" srcOrd="1" destOrd="0" parTransId="{C2D6324F-C5A1-44CB-BAE4-B024307A3678}" sibTransId="{EAEFF546-4204-42FD-AFBA-D4AB088D8B09}"/>
    <dgm:cxn modelId="{A45BABAA-8262-4533-8EC0-DABCB0AACB42}" srcId="{09E15B9D-6506-4188-8A10-8FE737B5A11F}" destId="{2E4C3B97-730A-434A-8370-18C0DF6668B8}" srcOrd="0" destOrd="0" parTransId="{0F8D8564-D6CD-4381-8D25-4A26C562232E}" sibTransId="{677D0FEE-4F28-4587-81DE-3365B5E2D6E4}"/>
    <dgm:cxn modelId="{23F3D5BF-DB88-436E-B798-2AB6F903D426}" srcId="{09E15B9D-6506-4188-8A10-8FE737B5A11F}" destId="{10F8A82C-3030-4202-86FC-2F4276770998}" srcOrd="3" destOrd="0" parTransId="{6D3018A8-1F8F-4153-A663-176174503AB7}" sibTransId="{85A2660A-7AE3-4C42-A394-BFB3AB3DAC57}"/>
    <dgm:cxn modelId="{481101E0-B44B-4F52-90AD-2D0FA663A223}" type="presOf" srcId="{10F8A82C-3030-4202-86FC-2F4276770998}" destId="{D78FB2AB-FA69-467F-9E97-18C5CD811225}" srcOrd="0" destOrd="0" presId="urn:microsoft.com/office/officeart/2005/8/layout/hProcess9"/>
    <dgm:cxn modelId="{25BA1AF5-1F9E-46C2-87DB-702A95C82384}" type="presOf" srcId="{56150FFF-02C1-413F-850B-CC788DE4D8CA}" destId="{97841128-1894-49CF-B0F8-DA73CB1E41F4}" srcOrd="0" destOrd="0" presId="urn:microsoft.com/office/officeart/2005/8/layout/hProcess9"/>
    <dgm:cxn modelId="{DDC5B463-A6A7-426C-A437-D9B867429594}" type="presParOf" srcId="{C71046D7-4B2D-4492-8652-A90D167789D7}" destId="{380FF7FA-B7E1-421A-925C-5F5831228A05}" srcOrd="0" destOrd="0" presId="urn:microsoft.com/office/officeart/2005/8/layout/hProcess9"/>
    <dgm:cxn modelId="{C371049A-C55C-4401-930B-FC79E8DD75CF}" type="presParOf" srcId="{C71046D7-4B2D-4492-8652-A90D167789D7}" destId="{7B1B5026-41E0-4DBE-B96D-1814A775D593}" srcOrd="1" destOrd="0" presId="urn:microsoft.com/office/officeart/2005/8/layout/hProcess9"/>
    <dgm:cxn modelId="{8B7D6554-9947-40E5-B82D-7BD82D413AFF}" type="presParOf" srcId="{7B1B5026-41E0-4DBE-B96D-1814A775D593}" destId="{851E5CBD-1B67-4E50-B7A2-5124DAD5A579}" srcOrd="0" destOrd="0" presId="urn:microsoft.com/office/officeart/2005/8/layout/hProcess9"/>
    <dgm:cxn modelId="{FC2A629F-81C4-439C-BAB9-28CBF393D683}" type="presParOf" srcId="{7B1B5026-41E0-4DBE-B96D-1814A775D593}" destId="{252BF9F3-0ED9-4671-A48F-7C74CE570C9A}" srcOrd="1" destOrd="0" presId="urn:microsoft.com/office/officeart/2005/8/layout/hProcess9"/>
    <dgm:cxn modelId="{1CD5D6B2-7082-4C6F-8F66-2DA50B5E90E5}" type="presParOf" srcId="{7B1B5026-41E0-4DBE-B96D-1814A775D593}" destId="{B342F5EB-2156-469B-A3F4-FE9F4A319B4B}" srcOrd="2" destOrd="0" presId="urn:microsoft.com/office/officeart/2005/8/layout/hProcess9"/>
    <dgm:cxn modelId="{8FAA182C-49E0-40C8-A5D5-5E037E899983}" type="presParOf" srcId="{7B1B5026-41E0-4DBE-B96D-1814A775D593}" destId="{BC91CF4B-84FF-485D-881F-2272265CB269}" srcOrd="3" destOrd="0" presId="urn:microsoft.com/office/officeart/2005/8/layout/hProcess9"/>
    <dgm:cxn modelId="{637EC653-6A96-4D41-9279-73BE4D67508D}" type="presParOf" srcId="{7B1B5026-41E0-4DBE-B96D-1814A775D593}" destId="{F50E3937-4075-4770-8DB6-FAE17B9B6578}" srcOrd="4" destOrd="0" presId="urn:microsoft.com/office/officeart/2005/8/layout/hProcess9"/>
    <dgm:cxn modelId="{9C7C4F95-05B3-44FD-B99D-46B8E0D576B9}" type="presParOf" srcId="{7B1B5026-41E0-4DBE-B96D-1814A775D593}" destId="{4EC50803-9B59-4DDC-941A-E03D2D60628A}" srcOrd="5" destOrd="0" presId="urn:microsoft.com/office/officeart/2005/8/layout/hProcess9"/>
    <dgm:cxn modelId="{B449108E-D1CD-498E-B04F-8977017EE345}" type="presParOf" srcId="{7B1B5026-41E0-4DBE-B96D-1814A775D593}" destId="{D78FB2AB-FA69-467F-9E97-18C5CD811225}" srcOrd="6" destOrd="0" presId="urn:microsoft.com/office/officeart/2005/8/layout/hProcess9"/>
    <dgm:cxn modelId="{86C72C1B-535A-4381-9657-059158C953AB}" type="presParOf" srcId="{7B1B5026-41E0-4DBE-B96D-1814A775D593}" destId="{F5CC23EC-9558-4978-8D8B-C29C48C62DFB}" srcOrd="7" destOrd="0" presId="urn:microsoft.com/office/officeart/2005/8/layout/hProcess9"/>
    <dgm:cxn modelId="{13785B0A-BC15-448D-958F-2A101C37A98D}" type="presParOf" srcId="{7B1B5026-41E0-4DBE-B96D-1814A775D593}" destId="{6E1D4CD0-58D6-4004-8EAF-BF15F7C852D5}" srcOrd="8" destOrd="0" presId="urn:microsoft.com/office/officeart/2005/8/layout/hProcess9"/>
    <dgm:cxn modelId="{F41C004D-09FC-49F3-BA93-D7D6A757A3D8}" type="presParOf" srcId="{7B1B5026-41E0-4DBE-B96D-1814A775D593}" destId="{1D69FAD2-19A2-48E3-8A88-7454B22DAE94}" srcOrd="9" destOrd="0" presId="urn:microsoft.com/office/officeart/2005/8/layout/hProcess9"/>
    <dgm:cxn modelId="{8B4F10FB-51C3-4BBC-AEF1-09208AF944F8}" type="presParOf" srcId="{7B1B5026-41E0-4DBE-B96D-1814A775D593}" destId="{97841128-1894-49CF-B0F8-DA73CB1E41F4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DD57B5-F36E-44AC-80A1-F8D23F121711}" type="doc">
      <dgm:prSet loTypeId="urn:microsoft.com/office/officeart/2005/8/layout/bProcess3" loCatId="process" qsTypeId="urn:microsoft.com/office/officeart/2005/8/quickstyle/3d2" qsCatId="3D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A7756544-742C-4664-B6EE-0C3062B785D8}">
      <dgm:prSet/>
      <dgm:spPr/>
      <dgm:t>
        <a:bodyPr/>
        <a:lstStyle/>
        <a:p>
          <a:r>
            <a:rPr lang="en-IN" b="1" i="0" baseline="0"/>
            <a:t>Grey water </a:t>
          </a:r>
          <a:endParaRPr lang="en-IN"/>
        </a:p>
      </dgm:t>
    </dgm:pt>
    <dgm:pt modelId="{3100C345-F693-4CB1-9F3A-66903B61DDB1}" type="parTrans" cxnId="{5F185B01-D5F0-48BB-BE99-2A6990B8EE0D}">
      <dgm:prSet/>
      <dgm:spPr/>
      <dgm:t>
        <a:bodyPr/>
        <a:lstStyle/>
        <a:p>
          <a:endParaRPr lang="en-IN"/>
        </a:p>
      </dgm:t>
    </dgm:pt>
    <dgm:pt modelId="{FF275E7B-9A11-49AE-80AD-22CC456DEA85}" type="sibTrans" cxnId="{5F185B01-D5F0-48BB-BE99-2A6990B8EE0D}">
      <dgm:prSet/>
      <dgm:spPr/>
      <dgm:t>
        <a:bodyPr/>
        <a:lstStyle/>
        <a:p>
          <a:endParaRPr lang="en-IN"/>
        </a:p>
      </dgm:t>
    </dgm:pt>
    <dgm:pt modelId="{E0BF0D5E-3706-4B86-B376-96FB02302009}">
      <dgm:prSet/>
      <dgm:spPr/>
      <dgm:t>
        <a:bodyPr/>
        <a:lstStyle/>
        <a:p>
          <a:r>
            <a:rPr lang="en-IN" b="1" i="0" baseline="0"/>
            <a:t>Bio filter </a:t>
          </a:r>
          <a:endParaRPr lang="en-IN"/>
        </a:p>
      </dgm:t>
    </dgm:pt>
    <dgm:pt modelId="{A6763BE9-69F7-41A0-B47D-FA26CC8A4487}" type="parTrans" cxnId="{961C10BC-D30C-4157-AD18-7FC149C4D9DE}">
      <dgm:prSet/>
      <dgm:spPr/>
      <dgm:t>
        <a:bodyPr/>
        <a:lstStyle/>
        <a:p>
          <a:endParaRPr lang="en-IN"/>
        </a:p>
      </dgm:t>
    </dgm:pt>
    <dgm:pt modelId="{B44AC82E-DD2A-4D60-AEC7-4920CEC89D98}" type="sibTrans" cxnId="{961C10BC-D30C-4157-AD18-7FC149C4D9DE}">
      <dgm:prSet/>
      <dgm:spPr/>
      <dgm:t>
        <a:bodyPr/>
        <a:lstStyle/>
        <a:p>
          <a:endParaRPr lang="en-IN"/>
        </a:p>
      </dgm:t>
    </dgm:pt>
    <dgm:pt modelId="{BFF73726-8486-4E25-96A2-6D7DA081BE2B}">
      <dgm:prSet/>
      <dgm:spPr/>
      <dgm:t>
        <a:bodyPr/>
        <a:lstStyle/>
        <a:p>
          <a:r>
            <a:rPr lang="en-US" b="1"/>
            <a:t>Filtered Water</a:t>
          </a:r>
          <a:endParaRPr lang="en-IN"/>
        </a:p>
      </dgm:t>
    </dgm:pt>
    <dgm:pt modelId="{6A618FCA-E0BA-44A5-851C-6A8BAA1DEF6D}" type="parTrans" cxnId="{B1DDC8A2-6B4A-4749-8A5D-92F49CF28A25}">
      <dgm:prSet/>
      <dgm:spPr/>
      <dgm:t>
        <a:bodyPr/>
        <a:lstStyle/>
        <a:p>
          <a:endParaRPr lang="en-IN"/>
        </a:p>
      </dgm:t>
    </dgm:pt>
    <dgm:pt modelId="{F0099E4D-68E1-4783-916A-8F3A7A0A1E65}" type="sibTrans" cxnId="{B1DDC8A2-6B4A-4749-8A5D-92F49CF28A25}">
      <dgm:prSet/>
      <dgm:spPr/>
      <dgm:t>
        <a:bodyPr/>
        <a:lstStyle/>
        <a:p>
          <a:endParaRPr lang="en-IN"/>
        </a:p>
      </dgm:t>
    </dgm:pt>
    <dgm:pt modelId="{36829D5F-E03A-407E-B770-2A66F067C6B5}">
      <dgm:prSet/>
      <dgm:spPr/>
      <dgm:t>
        <a:bodyPr/>
        <a:lstStyle/>
        <a:p>
          <a:r>
            <a:rPr lang="en-US" b="1"/>
            <a:t>Booster Pump</a:t>
          </a:r>
          <a:endParaRPr lang="en-IN"/>
        </a:p>
      </dgm:t>
    </dgm:pt>
    <dgm:pt modelId="{CB963A70-1E9B-4964-ACCB-3C8EB3D26329}" type="parTrans" cxnId="{2E90C895-8ECC-492B-9404-02AFF994D55E}">
      <dgm:prSet/>
      <dgm:spPr/>
      <dgm:t>
        <a:bodyPr/>
        <a:lstStyle/>
        <a:p>
          <a:endParaRPr lang="en-IN"/>
        </a:p>
      </dgm:t>
    </dgm:pt>
    <dgm:pt modelId="{52F0B2BC-A069-4EA1-95A3-690C01925138}" type="sibTrans" cxnId="{2E90C895-8ECC-492B-9404-02AFF994D55E}">
      <dgm:prSet/>
      <dgm:spPr/>
      <dgm:t>
        <a:bodyPr/>
        <a:lstStyle/>
        <a:p>
          <a:endParaRPr lang="en-IN"/>
        </a:p>
      </dgm:t>
    </dgm:pt>
    <dgm:pt modelId="{E4ECB4FE-30F6-4E36-9113-F5FF27436854}">
      <dgm:prSet/>
      <dgm:spPr/>
      <dgm:t>
        <a:bodyPr/>
        <a:lstStyle/>
        <a:p>
          <a:r>
            <a:rPr lang="en-US" b="1"/>
            <a:t>Sedimentation Filter</a:t>
          </a:r>
          <a:endParaRPr lang="en-IN"/>
        </a:p>
      </dgm:t>
    </dgm:pt>
    <dgm:pt modelId="{30365048-6F18-4171-98EB-D8529DC9F2BD}" type="parTrans" cxnId="{69547564-D435-4B4B-BCE5-8E5CE992FCA4}">
      <dgm:prSet/>
      <dgm:spPr/>
      <dgm:t>
        <a:bodyPr/>
        <a:lstStyle/>
        <a:p>
          <a:endParaRPr lang="en-IN"/>
        </a:p>
      </dgm:t>
    </dgm:pt>
    <dgm:pt modelId="{189CD2FF-42F8-49CA-A7F7-C041AD36A714}" type="sibTrans" cxnId="{69547564-D435-4B4B-BCE5-8E5CE992FCA4}">
      <dgm:prSet/>
      <dgm:spPr/>
      <dgm:t>
        <a:bodyPr/>
        <a:lstStyle/>
        <a:p>
          <a:endParaRPr lang="en-IN"/>
        </a:p>
      </dgm:t>
    </dgm:pt>
    <dgm:pt modelId="{7A79FD85-41B3-4E59-A6F7-E658989C0B91}">
      <dgm:prSet/>
      <dgm:spPr/>
      <dgm:t>
        <a:bodyPr/>
        <a:lstStyle/>
        <a:p>
          <a:r>
            <a:rPr lang="en-US" b="1"/>
            <a:t>Carbon Filter</a:t>
          </a:r>
          <a:endParaRPr lang="en-IN"/>
        </a:p>
      </dgm:t>
    </dgm:pt>
    <dgm:pt modelId="{4080EF29-8AAF-4A9D-8D4C-0384A6B2E7F1}" type="parTrans" cxnId="{CC57D9F9-9402-423D-9D92-6687AE9B0DAF}">
      <dgm:prSet/>
      <dgm:spPr/>
      <dgm:t>
        <a:bodyPr/>
        <a:lstStyle/>
        <a:p>
          <a:endParaRPr lang="en-IN"/>
        </a:p>
      </dgm:t>
    </dgm:pt>
    <dgm:pt modelId="{0A51EE97-E390-47C6-98AC-29FE2416780D}" type="sibTrans" cxnId="{CC57D9F9-9402-423D-9D92-6687AE9B0DAF}">
      <dgm:prSet/>
      <dgm:spPr/>
      <dgm:t>
        <a:bodyPr/>
        <a:lstStyle/>
        <a:p>
          <a:endParaRPr lang="en-IN"/>
        </a:p>
      </dgm:t>
    </dgm:pt>
    <dgm:pt modelId="{6E9B01FD-102D-43E5-8499-B5A59310A2F3}">
      <dgm:prSet/>
      <dgm:spPr/>
      <dgm:t>
        <a:bodyPr/>
        <a:lstStyle/>
        <a:p>
          <a:r>
            <a:rPr lang="en-US" b="1"/>
            <a:t>Mineral Cartridge Filter</a:t>
          </a:r>
          <a:endParaRPr lang="en-IN"/>
        </a:p>
      </dgm:t>
    </dgm:pt>
    <dgm:pt modelId="{191D9072-0F7E-462F-9747-7A97B59A0E67}" type="parTrans" cxnId="{8AAC20A0-5840-40FA-B60F-681D268F64B1}">
      <dgm:prSet/>
      <dgm:spPr/>
      <dgm:t>
        <a:bodyPr/>
        <a:lstStyle/>
        <a:p>
          <a:endParaRPr lang="en-IN"/>
        </a:p>
      </dgm:t>
    </dgm:pt>
    <dgm:pt modelId="{81B90C9C-BF6D-42F8-9341-A3329CF0EFCE}" type="sibTrans" cxnId="{8AAC20A0-5840-40FA-B60F-681D268F64B1}">
      <dgm:prSet/>
      <dgm:spPr/>
      <dgm:t>
        <a:bodyPr/>
        <a:lstStyle/>
        <a:p>
          <a:endParaRPr lang="en-IN"/>
        </a:p>
      </dgm:t>
    </dgm:pt>
    <dgm:pt modelId="{092B5D38-3A45-4307-BB4D-7FF35E0D5460}">
      <dgm:prSet/>
      <dgm:spPr/>
      <dgm:t>
        <a:bodyPr/>
        <a:lstStyle/>
        <a:p>
          <a:r>
            <a:rPr lang="en-US" b="1"/>
            <a:t>RO Filter</a:t>
          </a:r>
          <a:endParaRPr lang="en-IN"/>
        </a:p>
      </dgm:t>
    </dgm:pt>
    <dgm:pt modelId="{CAFBF1E8-4BD0-4D2F-923D-897A489F734D}" type="parTrans" cxnId="{6109DDC9-179F-4ABA-8D7C-F69B1D797B8A}">
      <dgm:prSet/>
      <dgm:spPr/>
      <dgm:t>
        <a:bodyPr/>
        <a:lstStyle/>
        <a:p>
          <a:endParaRPr lang="en-IN"/>
        </a:p>
      </dgm:t>
    </dgm:pt>
    <dgm:pt modelId="{BB00E71B-A51A-4609-BE90-A9E26063CB91}" type="sibTrans" cxnId="{6109DDC9-179F-4ABA-8D7C-F69B1D797B8A}">
      <dgm:prSet/>
      <dgm:spPr/>
      <dgm:t>
        <a:bodyPr/>
        <a:lstStyle/>
        <a:p>
          <a:endParaRPr lang="en-IN"/>
        </a:p>
      </dgm:t>
    </dgm:pt>
    <dgm:pt modelId="{7407B45C-300D-4758-B237-9F815254B512}">
      <dgm:prSet/>
      <dgm:spPr/>
      <dgm:t>
        <a:bodyPr/>
        <a:lstStyle/>
        <a:p>
          <a:r>
            <a:rPr lang="en-US" b="1"/>
            <a:t>UV Filter</a:t>
          </a:r>
          <a:endParaRPr lang="en-IN"/>
        </a:p>
      </dgm:t>
    </dgm:pt>
    <dgm:pt modelId="{3C028D16-B71B-4BDC-A429-E6024D91F4BC}" type="parTrans" cxnId="{D4CDDFBB-684B-43C0-B108-6AE70D392705}">
      <dgm:prSet/>
      <dgm:spPr/>
      <dgm:t>
        <a:bodyPr/>
        <a:lstStyle/>
        <a:p>
          <a:endParaRPr lang="en-IN"/>
        </a:p>
      </dgm:t>
    </dgm:pt>
    <dgm:pt modelId="{74A256E2-DA91-490C-BA41-9914C692600B}" type="sibTrans" cxnId="{D4CDDFBB-684B-43C0-B108-6AE70D392705}">
      <dgm:prSet/>
      <dgm:spPr/>
      <dgm:t>
        <a:bodyPr/>
        <a:lstStyle/>
        <a:p>
          <a:endParaRPr lang="en-IN"/>
        </a:p>
      </dgm:t>
    </dgm:pt>
    <dgm:pt modelId="{579CEA4C-F9DE-46F1-99DF-5073690CB8D7}">
      <dgm:prSet/>
      <dgm:spPr/>
      <dgm:t>
        <a:bodyPr/>
        <a:lstStyle/>
        <a:p>
          <a:r>
            <a:rPr lang="en-US" b="1" dirty="0"/>
            <a:t>Purified Water</a:t>
          </a:r>
          <a:endParaRPr lang="en-IN" dirty="0"/>
        </a:p>
      </dgm:t>
    </dgm:pt>
    <dgm:pt modelId="{EC268844-6ED1-4B51-A930-415FAC6682AD}" type="parTrans" cxnId="{69B03C78-6A2A-4A2A-B389-BAFE5FDA4D1A}">
      <dgm:prSet/>
      <dgm:spPr/>
      <dgm:t>
        <a:bodyPr/>
        <a:lstStyle/>
        <a:p>
          <a:endParaRPr lang="en-IN"/>
        </a:p>
      </dgm:t>
    </dgm:pt>
    <dgm:pt modelId="{EC3AAE2F-48B5-4667-8EA4-37B586CAF5FE}" type="sibTrans" cxnId="{69B03C78-6A2A-4A2A-B389-BAFE5FDA4D1A}">
      <dgm:prSet/>
      <dgm:spPr/>
      <dgm:t>
        <a:bodyPr/>
        <a:lstStyle/>
        <a:p>
          <a:endParaRPr lang="en-IN"/>
        </a:p>
      </dgm:t>
    </dgm:pt>
    <dgm:pt modelId="{04D898A9-D318-4AFB-AD5C-D8C3553DC0FA}" type="pres">
      <dgm:prSet presAssocID="{BEDD57B5-F36E-44AC-80A1-F8D23F121711}" presName="Name0" presStyleCnt="0">
        <dgm:presLayoutVars>
          <dgm:dir/>
          <dgm:resizeHandles val="exact"/>
        </dgm:presLayoutVars>
      </dgm:prSet>
      <dgm:spPr/>
    </dgm:pt>
    <dgm:pt modelId="{8742A7C3-3F93-4304-BAC2-F6BBB9830297}" type="pres">
      <dgm:prSet presAssocID="{A7756544-742C-4664-B6EE-0C3062B785D8}" presName="node" presStyleLbl="node1" presStyleIdx="0" presStyleCnt="10">
        <dgm:presLayoutVars>
          <dgm:bulletEnabled val="1"/>
        </dgm:presLayoutVars>
      </dgm:prSet>
      <dgm:spPr/>
    </dgm:pt>
    <dgm:pt modelId="{ABB37C37-C295-4A49-BC92-5EC6E78ECB26}" type="pres">
      <dgm:prSet presAssocID="{FF275E7B-9A11-49AE-80AD-22CC456DEA85}" presName="sibTrans" presStyleLbl="sibTrans1D1" presStyleIdx="0" presStyleCnt="9"/>
      <dgm:spPr/>
    </dgm:pt>
    <dgm:pt modelId="{DEFD068F-FB7D-43A5-B4CD-DAC31BA40A46}" type="pres">
      <dgm:prSet presAssocID="{FF275E7B-9A11-49AE-80AD-22CC456DEA85}" presName="connectorText" presStyleLbl="sibTrans1D1" presStyleIdx="0" presStyleCnt="9"/>
      <dgm:spPr/>
    </dgm:pt>
    <dgm:pt modelId="{775A3BA1-3DB5-4462-B36B-0662D64C7F5E}" type="pres">
      <dgm:prSet presAssocID="{E0BF0D5E-3706-4B86-B376-96FB02302009}" presName="node" presStyleLbl="node1" presStyleIdx="1" presStyleCnt="10">
        <dgm:presLayoutVars>
          <dgm:bulletEnabled val="1"/>
        </dgm:presLayoutVars>
      </dgm:prSet>
      <dgm:spPr/>
    </dgm:pt>
    <dgm:pt modelId="{B3080E8C-FDD5-4E4E-9D92-61C5A734CA70}" type="pres">
      <dgm:prSet presAssocID="{B44AC82E-DD2A-4D60-AEC7-4920CEC89D98}" presName="sibTrans" presStyleLbl="sibTrans1D1" presStyleIdx="1" presStyleCnt="9"/>
      <dgm:spPr/>
    </dgm:pt>
    <dgm:pt modelId="{FA4BBECD-F1CF-4DBC-96DD-603467F22196}" type="pres">
      <dgm:prSet presAssocID="{B44AC82E-DD2A-4D60-AEC7-4920CEC89D98}" presName="connectorText" presStyleLbl="sibTrans1D1" presStyleIdx="1" presStyleCnt="9"/>
      <dgm:spPr/>
    </dgm:pt>
    <dgm:pt modelId="{17BC7C65-A9F0-433F-89A0-0F3990DC9E27}" type="pres">
      <dgm:prSet presAssocID="{BFF73726-8486-4E25-96A2-6D7DA081BE2B}" presName="node" presStyleLbl="node1" presStyleIdx="2" presStyleCnt="10">
        <dgm:presLayoutVars>
          <dgm:bulletEnabled val="1"/>
        </dgm:presLayoutVars>
      </dgm:prSet>
      <dgm:spPr/>
    </dgm:pt>
    <dgm:pt modelId="{DBDFEB5F-C67C-4784-8711-F304DCFC4B17}" type="pres">
      <dgm:prSet presAssocID="{F0099E4D-68E1-4783-916A-8F3A7A0A1E65}" presName="sibTrans" presStyleLbl="sibTrans1D1" presStyleIdx="2" presStyleCnt="9"/>
      <dgm:spPr/>
    </dgm:pt>
    <dgm:pt modelId="{1ED8B262-C6E9-4A75-8A01-3F19974DD833}" type="pres">
      <dgm:prSet presAssocID="{F0099E4D-68E1-4783-916A-8F3A7A0A1E65}" presName="connectorText" presStyleLbl="sibTrans1D1" presStyleIdx="2" presStyleCnt="9"/>
      <dgm:spPr/>
    </dgm:pt>
    <dgm:pt modelId="{5F084C20-F8D6-45E9-A672-912E680C904D}" type="pres">
      <dgm:prSet presAssocID="{36829D5F-E03A-407E-B770-2A66F067C6B5}" presName="node" presStyleLbl="node1" presStyleIdx="3" presStyleCnt="10">
        <dgm:presLayoutVars>
          <dgm:bulletEnabled val="1"/>
        </dgm:presLayoutVars>
      </dgm:prSet>
      <dgm:spPr/>
    </dgm:pt>
    <dgm:pt modelId="{9EECAFF4-838C-46B8-A389-21DBD9327444}" type="pres">
      <dgm:prSet presAssocID="{52F0B2BC-A069-4EA1-95A3-690C01925138}" presName="sibTrans" presStyleLbl="sibTrans1D1" presStyleIdx="3" presStyleCnt="9"/>
      <dgm:spPr/>
    </dgm:pt>
    <dgm:pt modelId="{8D27CE5E-7F11-4CFD-B5F2-E7A5FC009644}" type="pres">
      <dgm:prSet presAssocID="{52F0B2BC-A069-4EA1-95A3-690C01925138}" presName="connectorText" presStyleLbl="sibTrans1D1" presStyleIdx="3" presStyleCnt="9"/>
      <dgm:spPr/>
    </dgm:pt>
    <dgm:pt modelId="{DA6F1BDE-0F96-4A6D-9E82-BAEA2794C804}" type="pres">
      <dgm:prSet presAssocID="{E4ECB4FE-30F6-4E36-9113-F5FF27436854}" presName="node" presStyleLbl="node1" presStyleIdx="4" presStyleCnt="10">
        <dgm:presLayoutVars>
          <dgm:bulletEnabled val="1"/>
        </dgm:presLayoutVars>
      </dgm:prSet>
      <dgm:spPr/>
    </dgm:pt>
    <dgm:pt modelId="{7203C570-8216-4DFA-9B75-CE55F7423449}" type="pres">
      <dgm:prSet presAssocID="{189CD2FF-42F8-49CA-A7F7-C041AD36A714}" presName="sibTrans" presStyleLbl="sibTrans1D1" presStyleIdx="4" presStyleCnt="9"/>
      <dgm:spPr/>
    </dgm:pt>
    <dgm:pt modelId="{9B467B25-856D-450E-9F5F-C026B4E0C9DA}" type="pres">
      <dgm:prSet presAssocID="{189CD2FF-42F8-49CA-A7F7-C041AD36A714}" presName="connectorText" presStyleLbl="sibTrans1D1" presStyleIdx="4" presStyleCnt="9"/>
      <dgm:spPr/>
    </dgm:pt>
    <dgm:pt modelId="{206B3804-A6B3-4A14-A081-13C86ADB9978}" type="pres">
      <dgm:prSet presAssocID="{7A79FD85-41B3-4E59-A6F7-E658989C0B91}" presName="node" presStyleLbl="node1" presStyleIdx="5" presStyleCnt="10">
        <dgm:presLayoutVars>
          <dgm:bulletEnabled val="1"/>
        </dgm:presLayoutVars>
      </dgm:prSet>
      <dgm:spPr/>
    </dgm:pt>
    <dgm:pt modelId="{BACB183E-6FC4-43CF-AF40-AEC74920B564}" type="pres">
      <dgm:prSet presAssocID="{0A51EE97-E390-47C6-98AC-29FE2416780D}" presName="sibTrans" presStyleLbl="sibTrans1D1" presStyleIdx="5" presStyleCnt="9"/>
      <dgm:spPr/>
    </dgm:pt>
    <dgm:pt modelId="{6CE0C9B1-D30F-40C9-B443-4BD9912F405F}" type="pres">
      <dgm:prSet presAssocID="{0A51EE97-E390-47C6-98AC-29FE2416780D}" presName="connectorText" presStyleLbl="sibTrans1D1" presStyleIdx="5" presStyleCnt="9"/>
      <dgm:spPr/>
    </dgm:pt>
    <dgm:pt modelId="{3AA2AE08-B2D9-49EA-AC6A-DA305F5BD6AC}" type="pres">
      <dgm:prSet presAssocID="{6E9B01FD-102D-43E5-8499-B5A59310A2F3}" presName="node" presStyleLbl="node1" presStyleIdx="6" presStyleCnt="10">
        <dgm:presLayoutVars>
          <dgm:bulletEnabled val="1"/>
        </dgm:presLayoutVars>
      </dgm:prSet>
      <dgm:spPr/>
    </dgm:pt>
    <dgm:pt modelId="{4376EB31-872A-4ECD-8F52-A5EA551E7213}" type="pres">
      <dgm:prSet presAssocID="{81B90C9C-BF6D-42F8-9341-A3329CF0EFCE}" presName="sibTrans" presStyleLbl="sibTrans1D1" presStyleIdx="6" presStyleCnt="9"/>
      <dgm:spPr/>
    </dgm:pt>
    <dgm:pt modelId="{95AB3623-43CA-4E0B-842B-BD17BF617C53}" type="pres">
      <dgm:prSet presAssocID="{81B90C9C-BF6D-42F8-9341-A3329CF0EFCE}" presName="connectorText" presStyleLbl="sibTrans1D1" presStyleIdx="6" presStyleCnt="9"/>
      <dgm:spPr/>
    </dgm:pt>
    <dgm:pt modelId="{4F582DA6-2632-46CE-A216-72B6D03BC31C}" type="pres">
      <dgm:prSet presAssocID="{092B5D38-3A45-4307-BB4D-7FF35E0D5460}" presName="node" presStyleLbl="node1" presStyleIdx="7" presStyleCnt="10">
        <dgm:presLayoutVars>
          <dgm:bulletEnabled val="1"/>
        </dgm:presLayoutVars>
      </dgm:prSet>
      <dgm:spPr/>
    </dgm:pt>
    <dgm:pt modelId="{183E8ACC-858B-4233-A6CE-D6BDCB1E349D}" type="pres">
      <dgm:prSet presAssocID="{BB00E71B-A51A-4609-BE90-A9E26063CB91}" presName="sibTrans" presStyleLbl="sibTrans1D1" presStyleIdx="7" presStyleCnt="9"/>
      <dgm:spPr/>
    </dgm:pt>
    <dgm:pt modelId="{1E80970F-6164-44DD-B6A1-5F01D3CA4DFE}" type="pres">
      <dgm:prSet presAssocID="{BB00E71B-A51A-4609-BE90-A9E26063CB91}" presName="connectorText" presStyleLbl="sibTrans1D1" presStyleIdx="7" presStyleCnt="9"/>
      <dgm:spPr/>
    </dgm:pt>
    <dgm:pt modelId="{84A33C32-86D4-4B0F-A682-B67F9F706831}" type="pres">
      <dgm:prSet presAssocID="{7407B45C-300D-4758-B237-9F815254B512}" presName="node" presStyleLbl="node1" presStyleIdx="8" presStyleCnt="10">
        <dgm:presLayoutVars>
          <dgm:bulletEnabled val="1"/>
        </dgm:presLayoutVars>
      </dgm:prSet>
      <dgm:spPr/>
    </dgm:pt>
    <dgm:pt modelId="{04CEF989-80BC-459C-823C-12E50AB1BB4C}" type="pres">
      <dgm:prSet presAssocID="{74A256E2-DA91-490C-BA41-9914C692600B}" presName="sibTrans" presStyleLbl="sibTrans1D1" presStyleIdx="8" presStyleCnt="9"/>
      <dgm:spPr/>
    </dgm:pt>
    <dgm:pt modelId="{8FF8B204-B88F-4C5A-9248-BB1B8A21D1EC}" type="pres">
      <dgm:prSet presAssocID="{74A256E2-DA91-490C-BA41-9914C692600B}" presName="connectorText" presStyleLbl="sibTrans1D1" presStyleIdx="8" presStyleCnt="9"/>
      <dgm:spPr/>
    </dgm:pt>
    <dgm:pt modelId="{76F2C510-91FC-4FA1-B304-A2A47B08E843}" type="pres">
      <dgm:prSet presAssocID="{579CEA4C-F9DE-46F1-99DF-5073690CB8D7}" presName="node" presStyleLbl="node1" presStyleIdx="9" presStyleCnt="10">
        <dgm:presLayoutVars>
          <dgm:bulletEnabled val="1"/>
        </dgm:presLayoutVars>
      </dgm:prSet>
      <dgm:spPr/>
    </dgm:pt>
  </dgm:ptLst>
  <dgm:cxnLst>
    <dgm:cxn modelId="{5F185B01-D5F0-48BB-BE99-2A6990B8EE0D}" srcId="{BEDD57B5-F36E-44AC-80A1-F8D23F121711}" destId="{A7756544-742C-4664-B6EE-0C3062B785D8}" srcOrd="0" destOrd="0" parTransId="{3100C345-F693-4CB1-9F3A-66903B61DDB1}" sibTransId="{FF275E7B-9A11-49AE-80AD-22CC456DEA85}"/>
    <dgm:cxn modelId="{2BDCDD02-22DD-4E80-8AF2-CCF260809C0E}" type="presOf" srcId="{BFF73726-8486-4E25-96A2-6D7DA081BE2B}" destId="{17BC7C65-A9F0-433F-89A0-0F3990DC9E27}" srcOrd="0" destOrd="0" presId="urn:microsoft.com/office/officeart/2005/8/layout/bProcess3"/>
    <dgm:cxn modelId="{56524617-79A7-469D-B3F6-5135CDC0912B}" type="presOf" srcId="{092B5D38-3A45-4307-BB4D-7FF35E0D5460}" destId="{4F582DA6-2632-46CE-A216-72B6D03BC31C}" srcOrd="0" destOrd="0" presId="urn:microsoft.com/office/officeart/2005/8/layout/bProcess3"/>
    <dgm:cxn modelId="{8929C324-262A-431E-B813-90C534D68637}" type="presOf" srcId="{E0BF0D5E-3706-4B86-B376-96FB02302009}" destId="{775A3BA1-3DB5-4462-B36B-0662D64C7F5E}" srcOrd="0" destOrd="0" presId="urn:microsoft.com/office/officeart/2005/8/layout/bProcess3"/>
    <dgm:cxn modelId="{0DF17E2C-935C-4C3C-9EDD-51EE058BFC75}" type="presOf" srcId="{E4ECB4FE-30F6-4E36-9113-F5FF27436854}" destId="{DA6F1BDE-0F96-4A6D-9E82-BAEA2794C804}" srcOrd="0" destOrd="0" presId="urn:microsoft.com/office/officeart/2005/8/layout/bProcess3"/>
    <dgm:cxn modelId="{3ABA632D-545C-49E5-B400-F7F6F0C970EA}" type="presOf" srcId="{189CD2FF-42F8-49CA-A7F7-C041AD36A714}" destId="{9B467B25-856D-450E-9F5F-C026B4E0C9DA}" srcOrd="1" destOrd="0" presId="urn:microsoft.com/office/officeart/2005/8/layout/bProcess3"/>
    <dgm:cxn modelId="{72F60734-2B67-4EC2-9E1B-24C099C404D8}" type="presOf" srcId="{579CEA4C-F9DE-46F1-99DF-5073690CB8D7}" destId="{76F2C510-91FC-4FA1-B304-A2A47B08E843}" srcOrd="0" destOrd="0" presId="urn:microsoft.com/office/officeart/2005/8/layout/bProcess3"/>
    <dgm:cxn modelId="{2487F13B-EAA4-440B-9085-3FEECEAA5689}" type="presOf" srcId="{F0099E4D-68E1-4783-916A-8F3A7A0A1E65}" destId="{1ED8B262-C6E9-4A75-8A01-3F19974DD833}" srcOrd="1" destOrd="0" presId="urn:microsoft.com/office/officeart/2005/8/layout/bProcess3"/>
    <dgm:cxn modelId="{4F099E3C-B514-4CD5-9BC3-9DFD5D986ED1}" type="presOf" srcId="{0A51EE97-E390-47C6-98AC-29FE2416780D}" destId="{BACB183E-6FC4-43CF-AF40-AEC74920B564}" srcOrd="0" destOrd="0" presId="urn:microsoft.com/office/officeart/2005/8/layout/bProcess3"/>
    <dgm:cxn modelId="{69547564-D435-4B4B-BCE5-8E5CE992FCA4}" srcId="{BEDD57B5-F36E-44AC-80A1-F8D23F121711}" destId="{E4ECB4FE-30F6-4E36-9113-F5FF27436854}" srcOrd="4" destOrd="0" parTransId="{30365048-6F18-4171-98EB-D8529DC9F2BD}" sibTransId="{189CD2FF-42F8-49CA-A7F7-C041AD36A714}"/>
    <dgm:cxn modelId="{2A8E7F64-4F69-41CC-A9F3-41B6DE829C86}" type="presOf" srcId="{81B90C9C-BF6D-42F8-9341-A3329CF0EFCE}" destId="{95AB3623-43CA-4E0B-842B-BD17BF617C53}" srcOrd="1" destOrd="0" presId="urn:microsoft.com/office/officeart/2005/8/layout/bProcess3"/>
    <dgm:cxn modelId="{6425F044-FE36-4AC7-9530-F2ED00F6757C}" type="presOf" srcId="{52F0B2BC-A069-4EA1-95A3-690C01925138}" destId="{8D27CE5E-7F11-4CFD-B5F2-E7A5FC009644}" srcOrd="1" destOrd="0" presId="urn:microsoft.com/office/officeart/2005/8/layout/bProcess3"/>
    <dgm:cxn modelId="{5084A451-B019-4173-9445-029210CF5319}" type="presOf" srcId="{6E9B01FD-102D-43E5-8499-B5A59310A2F3}" destId="{3AA2AE08-B2D9-49EA-AC6A-DA305F5BD6AC}" srcOrd="0" destOrd="0" presId="urn:microsoft.com/office/officeart/2005/8/layout/bProcess3"/>
    <dgm:cxn modelId="{7C440373-B092-4207-B029-9B6B8087442E}" type="presOf" srcId="{36829D5F-E03A-407E-B770-2A66F067C6B5}" destId="{5F084C20-F8D6-45E9-A672-912E680C904D}" srcOrd="0" destOrd="0" presId="urn:microsoft.com/office/officeart/2005/8/layout/bProcess3"/>
    <dgm:cxn modelId="{69B03C78-6A2A-4A2A-B389-BAFE5FDA4D1A}" srcId="{BEDD57B5-F36E-44AC-80A1-F8D23F121711}" destId="{579CEA4C-F9DE-46F1-99DF-5073690CB8D7}" srcOrd="9" destOrd="0" parTransId="{EC268844-6ED1-4B51-A930-415FAC6682AD}" sibTransId="{EC3AAE2F-48B5-4667-8EA4-37B586CAF5FE}"/>
    <dgm:cxn modelId="{73793859-00ED-41F2-8085-DA18D6211BD5}" type="presOf" srcId="{B44AC82E-DD2A-4D60-AEC7-4920CEC89D98}" destId="{B3080E8C-FDD5-4E4E-9D92-61C5A734CA70}" srcOrd="0" destOrd="0" presId="urn:microsoft.com/office/officeart/2005/8/layout/bProcess3"/>
    <dgm:cxn modelId="{D6F7AC82-E039-4514-9C4C-697691D95A34}" type="presOf" srcId="{52F0B2BC-A069-4EA1-95A3-690C01925138}" destId="{9EECAFF4-838C-46B8-A389-21DBD9327444}" srcOrd="0" destOrd="0" presId="urn:microsoft.com/office/officeart/2005/8/layout/bProcess3"/>
    <dgm:cxn modelId="{27D51686-2DF0-446D-8325-0FE59A82530F}" type="presOf" srcId="{BB00E71B-A51A-4609-BE90-A9E26063CB91}" destId="{1E80970F-6164-44DD-B6A1-5F01D3CA4DFE}" srcOrd="1" destOrd="0" presId="urn:microsoft.com/office/officeart/2005/8/layout/bProcess3"/>
    <dgm:cxn modelId="{068E3C8C-D97D-48CC-BFEA-D45543E08A2A}" type="presOf" srcId="{0A51EE97-E390-47C6-98AC-29FE2416780D}" destId="{6CE0C9B1-D30F-40C9-B443-4BD9912F405F}" srcOrd="1" destOrd="0" presId="urn:microsoft.com/office/officeart/2005/8/layout/bProcess3"/>
    <dgm:cxn modelId="{65146D8C-BEE5-4709-BC79-1F62061026CC}" type="presOf" srcId="{FF275E7B-9A11-49AE-80AD-22CC456DEA85}" destId="{DEFD068F-FB7D-43A5-B4CD-DAC31BA40A46}" srcOrd="1" destOrd="0" presId="urn:microsoft.com/office/officeart/2005/8/layout/bProcess3"/>
    <dgm:cxn modelId="{CF1F7A8F-5278-4D3F-B472-9AE4D90C45D4}" type="presOf" srcId="{7407B45C-300D-4758-B237-9F815254B512}" destId="{84A33C32-86D4-4B0F-A682-B67F9F706831}" srcOrd="0" destOrd="0" presId="urn:microsoft.com/office/officeart/2005/8/layout/bProcess3"/>
    <dgm:cxn modelId="{2E90C895-8ECC-492B-9404-02AFF994D55E}" srcId="{BEDD57B5-F36E-44AC-80A1-F8D23F121711}" destId="{36829D5F-E03A-407E-B770-2A66F067C6B5}" srcOrd="3" destOrd="0" parTransId="{CB963A70-1E9B-4964-ACCB-3C8EB3D26329}" sibTransId="{52F0B2BC-A069-4EA1-95A3-690C01925138}"/>
    <dgm:cxn modelId="{25BB229F-820F-4331-8D26-4F8A26174D21}" type="presOf" srcId="{74A256E2-DA91-490C-BA41-9914C692600B}" destId="{8FF8B204-B88F-4C5A-9248-BB1B8A21D1EC}" srcOrd="1" destOrd="0" presId="urn:microsoft.com/office/officeart/2005/8/layout/bProcess3"/>
    <dgm:cxn modelId="{8AAC20A0-5840-40FA-B60F-681D268F64B1}" srcId="{BEDD57B5-F36E-44AC-80A1-F8D23F121711}" destId="{6E9B01FD-102D-43E5-8499-B5A59310A2F3}" srcOrd="6" destOrd="0" parTransId="{191D9072-0F7E-462F-9747-7A97B59A0E67}" sibTransId="{81B90C9C-BF6D-42F8-9341-A3329CF0EFCE}"/>
    <dgm:cxn modelId="{44B6E4A0-9894-4491-B60A-576AA60A7C06}" type="presOf" srcId="{BB00E71B-A51A-4609-BE90-A9E26063CB91}" destId="{183E8ACC-858B-4233-A6CE-D6BDCB1E349D}" srcOrd="0" destOrd="0" presId="urn:microsoft.com/office/officeart/2005/8/layout/bProcess3"/>
    <dgm:cxn modelId="{B1DDC8A2-6B4A-4749-8A5D-92F49CF28A25}" srcId="{BEDD57B5-F36E-44AC-80A1-F8D23F121711}" destId="{BFF73726-8486-4E25-96A2-6D7DA081BE2B}" srcOrd="2" destOrd="0" parTransId="{6A618FCA-E0BA-44A5-851C-6A8BAA1DEF6D}" sibTransId="{F0099E4D-68E1-4783-916A-8F3A7A0A1E65}"/>
    <dgm:cxn modelId="{F30DE8A6-D0BA-44E7-BC81-9C4E89475F75}" type="presOf" srcId="{B44AC82E-DD2A-4D60-AEC7-4920CEC89D98}" destId="{FA4BBECD-F1CF-4DBC-96DD-603467F22196}" srcOrd="1" destOrd="0" presId="urn:microsoft.com/office/officeart/2005/8/layout/bProcess3"/>
    <dgm:cxn modelId="{7F1726B9-AE58-4F1D-AD38-724587C1AD09}" type="presOf" srcId="{BEDD57B5-F36E-44AC-80A1-F8D23F121711}" destId="{04D898A9-D318-4AFB-AD5C-D8C3553DC0FA}" srcOrd="0" destOrd="0" presId="urn:microsoft.com/office/officeart/2005/8/layout/bProcess3"/>
    <dgm:cxn modelId="{720344B9-CAF2-41F5-9B76-4B29B7CA4B83}" type="presOf" srcId="{F0099E4D-68E1-4783-916A-8F3A7A0A1E65}" destId="{DBDFEB5F-C67C-4784-8711-F304DCFC4B17}" srcOrd="0" destOrd="0" presId="urn:microsoft.com/office/officeart/2005/8/layout/bProcess3"/>
    <dgm:cxn modelId="{D4CDDFBB-684B-43C0-B108-6AE70D392705}" srcId="{BEDD57B5-F36E-44AC-80A1-F8D23F121711}" destId="{7407B45C-300D-4758-B237-9F815254B512}" srcOrd="8" destOrd="0" parTransId="{3C028D16-B71B-4BDC-A429-E6024D91F4BC}" sibTransId="{74A256E2-DA91-490C-BA41-9914C692600B}"/>
    <dgm:cxn modelId="{961C10BC-D30C-4157-AD18-7FC149C4D9DE}" srcId="{BEDD57B5-F36E-44AC-80A1-F8D23F121711}" destId="{E0BF0D5E-3706-4B86-B376-96FB02302009}" srcOrd="1" destOrd="0" parTransId="{A6763BE9-69F7-41A0-B47D-FA26CC8A4487}" sibTransId="{B44AC82E-DD2A-4D60-AEC7-4920CEC89D98}"/>
    <dgm:cxn modelId="{8C0B21C8-A2B9-4ADD-9F59-C568269B59B0}" type="presOf" srcId="{74A256E2-DA91-490C-BA41-9914C692600B}" destId="{04CEF989-80BC-459C-823C-12E50AB1BB4C}" srcOrd="0" destOrd="0" presId="urn:microsoft.com/office/officeart/2005/8/layout/bProcess3"/>
    <dgm:cxn modelId="{6109DDC9-179F-4ABA-8D7C-F69B1D797B8A}" srcId="{BEDD57B5-F36E-44AC-80A1-F8D23F121711}" destId="{092B5D38-3A45-4307-BB4D-7FF35E0D5460}" srcOrd="7" destOrd="0" parTransId="{CAFBF1E8-4BD0-4D2F-923D-897A489F734D}" sibTransId="{BB00E71B-A51A-4609-BE90-A9E26063CB91}"/>
    <dgm:cxn modelId="{F035B9D1-1552-4368-AFEC-4959A9E972D2}" type="presOf" srcId="{189CD2FF-42F8-49CA-A7F7-C041AD36A714}" destId="{7203C570-8216-4DFA-9B75-CE55F7423449}" srcOrd="0" destOrd="0" presId="urn:microsoft.com/office/officeart/2005/8/layout/bProcess3"/>
    <dgm:cxn modelId="{0E7506D6-4888-4FD8-BF99-0281DA33455F}" type="presOf" srcId="{A7756544-742C-4664-B6EE-0C3062B785D8}" destId="{8742A7C3-3F93-4304-BAC2-F6BBB9830297}" srcOrd="0" destOrd="0" presId="urn:microsoft.com/office/officeart/2005/8/layout/bProcess3"/>
    <dgm:cxn modelId="{D13055DA-57DF-4365-BFE3-AF274E90AE2E}" type="presOf" srcId="{81B90C9C-BF6D-42F8-9341-A3329CF0EFCE}" destId="{4376EB31-872A-4ECD-8F52-A5EA551E7213}" srcOrd="0" destOrd="0" presId="urn:microsoft.com/office/officeart/2005/8/layout/bProcess3"/>
    <dgm:cxn modelId="{611257EB-4CF4-4B15-973C-83DEE354CC4A}" type="presOf" srcId="{FF275E7B-9A11-49AE-80AD-22CC456DEA85}" destId="{ABB37C37-C295-4A49-BC92-5EC6E78ECB26}" srcOrd="0" destOrd="0" presId="urn:microsoft.com/office/officeart/2005/8/layout/bProcess3"/>
    <dgm:cxn modelId="{CE46DDEC-6002-48AD-9671-1DDDE887BD0A}" type="presOf" srcId="{7A79FD85-41B3-4E59-A6F7-E658989C0B91}" destId="{206B3804-A6B3-4A14-A081-13C86ADB9978}" srcOrd="0" destOrd="0" presId="urn:microsoft.com/office/officeart/2005/8/layout/bProcess3"/>
    <dgm:cxn modelId="{CC57D9F9-9402-423D-9D92-6687AE9B0DAF}" srcId="{BEDD57B5-F36E-44AC-80A1-F8D23F121711}" destId="{7A79FD85-41B3-4E59-A6F7-E658989C0B91}" srcOrd="5" destOrd="0" parTransId="{4080EF29-8AAF-4A9D-8D4C-0384A6B2E7F1}" sibTransId="{0A51EE97-E390-47C6-98AC-29FE2416780D}"/>
    <dgm:cxn modelId="{119E23FF-61B0-4DDB-9546-D0DEA19CB3B7}" type="presParOf" srcId="{04D898A9-D318-4AFB-AD5C-D8C3553DC0FA}" destId="{8742A7C3-3F93-4304-BAC2-F6BBB9830297}" srcOrd="0" destOrd="0" presId="urn:microsoft.com/office/officeart/2005/8/layout/bProcess3"/>
    <dgm:cxn modelId="{EFA67D18-35A4-4F8C-B85E-EFC9ED0DB2BB}" type="presParOf" srcId="{04D898A9-D318-4AFB-AD5C-D8C3553DC0FA}" destId="{ABB37C37-C295-4A49-BC92-5EC6E78ECB26}" srcOrd="1" destOrd="0" presId="urn:microsoft.com/office/officeart/2005/8/layout/bProcess3"/>
    <dgm:cxn modelId="{AB925EEB-6615-47C5-9169-EFD0F796531B}" type="presParOf" srcId="{ABB37C37-C295-4A49-BC92-5EC6E78ECB26}" destId="{DEFD068F-FB7D-43A5-B4CD-DAC31BA40A46}" srcOrd="0" destOrd="0" presId="urn:microsoft.com/office/officeart/2005/8/layout/bProcess3"/>
    <dgm:cxn modelId="{640B3082-28CD-42F2-AD51-E479E295B33D}" type="presParOf" srcId="{04D898A9-D318-4AFB-AD5C-D8C3553DC0FA}" destId="{775A3BA1-3DB5-4462-B36B-0662D64C7F5E}" srcOrd="2" destOrd="0" presId="urn:microsoft.com/office/officeart/2005/8/layout/bProcess3"/>
    <dgm:cxn modelId="{D123065D-64C1-4275-83C2-099FB522F767}" type="presParOf" srcId="{04D898A9-D318-4AFB-AD5C-D8C3553DC0FA}" destId="{B3080E8C-FDD5-4E4E-9D92-61C5A734CA70}" srcOrd="3" destOrd="0" presId="urn:microsoft.com/office/officeart/2005/8/layout/bProcess3"/>
    <dgm:cxn modelId="{95478CD4-AECC-4306-9A18-78E0C661E8FD}" type="presParOf" srcId="{B3080E8C-FDD5-4E4E-9D92-61C5A734CA70}" destId="{FA4BBECD-F1CF-4DBC-96DD-603467F22196}" srcOrd="0" destOrd="0" presId="urn:microsoft.com/office/officeart/2005/8/layout/bProcess3"/>
    <dgm:cxn modelId="{F140CC69-5B98-4F4E-9985-D103640B4422}" type="presParOf" srcId="{04D898A9-D318-4AFB-AD5C-D8C3553DC0FA}" destId="{17BC7C65-A9F0-433F-89A0-0F3990DC9E27}" srcOrd="4" destOrd="0" presId="urn:microsoft.com/office/officeart/2005/8/layout/bProcess3"/>
    <dgm:cxn modelId="{146C29DC-54F1-46A0-8CBD-B98993AB402D}" type="presParOf" srcId="{04D898A9-D318-4AFB-AD5C-D8C3553DC0FA}" destId="{DBDFEB5F-C67C-4784-8711-F304DCFC4B17}" srcOrd="5" destOrd="0" presId="urn:microsoft.com/office/officeart/2005/8/layout/bProcess3"/>
    <dgm:cxn modelId="{961E766B-BC63-4FEC-8A99-F8AE6B17B9BC}" type="presParOf" srcId="{DBDFEB5F-C67C-4784-8711-F304DCFC4B17}" destId="{1ED8B262-C6E9-4A75-8A01-3F19974DD833}" srcOrd="0" destOrd="0" presId="urn:microsoft.com/office/officeart/2005/8/layout/bProcess3"/>
    <dgm:cxn modelId="{401EB792-714E-45A7-B640-5F51FA75E0FF}" type="presParOf" srcId="{04D898A9-D318-4AFB-AD5C-D8C3553DC0FA}" destId="{5F084C20-F8D6-45E9-A672-912E680C904D}" srcOrd="6" destOrd="0" presId="urn:microsoft.com/office/officeart/2005/8/layout/bProcess3"/>
    <dgm:cxn modelId="{B56E450A-31C8-406D-91E8-9DC50D5FEA08}" type="presParOf" srcId="{04D898A9-D318-4AFB-AD5C-D8C3553DC0FA}" destId="{9EECAFF4-838C-46B8-A389-21DBD9327444}" srcOrd="7" destOrd="0" presId="urn:microsoft.com/office/officeart/2005/8/layout/bProcess3"/>
    <dgm:cxn modelId="{AE58684F-6092-4454-9CAA-7942CDB42A04}" type="presParOf" srcId="{9EECAFF4-838C-46B8-A389-21DBD9327444}" destId="{8D27CE5E-7F11-4CFD-B5F2-E7A5FC009644}" srcOrd="0" destOrd="0" presId="urn:microsoft.com/office/officeart/2005/8/layout/bProcess3"/>
    <dgm:cxn modelId="{45F0C2D8-B0A5-439F-8367-52F9A69D70D9}" type="presParOf" srcId="{04D898A9-D318-4AFB-AD5C-D8C3553DC0FA}" destId="{DA6F1BDE-0F96-4A6D-9E82-BAEA2794C804}" srcOrd="8" destOrd="0" presId="urn:microsoft.com/office/officeart/2005/8/layout/bProcess3"/>
    <dgm:cxn modelId="{2B725E54-7BE1-4E3C-8570-AC5712898668}" type="presParOf" srcId="{04D898A9-D318-4AFB-AD5C-D8C3553DC0FA}" destId="{7203C570-8216-4DFA-9B75-CE55F7423449}" srcOrd="9" destOrd="0" presId="urn:microsoft.com/office/officeart/2005/8/layout/bProcess3"/>
    <dgm:cxn modelId="{2532FC50-DD66-47E5-A9A7-537644354547}" type="presParOf" srcId="{7203C570-8216-4DFA-9B75-CE55F7423449}" destId="{9B467B25-856D-450E-9F5F-C026B4E0C9DA}" srcOrd="0" destOrd="0" presId="urn:microsoft.com/office/officeart/2005/8/layout/bProcess3"/>
    <dgm:cxn modelId="{657A9E50-71A0-4618-81B6-4D5E67DA9C95}" type="presParOf" srcId="{04D898A9-D318-4AFB-AD5C-D8C3553DC0FA}" destId="{206B3804-A6B3-4A14-A081-13C86ADB9978}" srcOrd="10" destOrd="0" presId="urn:microsoft.com/office/officeart/2005/8/layout/bProcess3"/>
    <dgm:cxn modelId="{2A0B2747-9F53-4E38-9FF2-9C98AC3DD5FB}" type="presParOf" srcId="{04D898A9-D318-4AFB-AD5C-D8C3553DC0FA}" destId="{BACB183E-6FC4-43CF-AF40-AEC74920B564}" srcOrd="11" destOrd="0" presId="urn:microsoft.com/office/officeart/2005/8/layout/bProcess3"/>
    <dgm:cxn modelId="{FF4226C4-6486-4F61-98E1-BF7579CA1797}" type="presParOf" srcId="{BACB183E-6FC4-43CF-AF40-AEC74920B564}" destId="{6CE0C9B1-D30F-40C9-B443-4BD9912F405F}" srcOrd="0" destOrd="0" presId="urn:microsoft.com/office/officeart/2005/8/layout/bProcess3"/>
    <dgm:cxn modelId="{93AC43C3-FE6D-4E64-AC1D-5625B43F422D}" type="presParOf" srcId="{04D898A9-D318-4AFB-AD5C-D8C3553DC0FA}" destId="{3AA2AE08-B2D9-49EA-AC6A-DA305F5BD6AC}" srcOrd="12" destOrd="0" presId="urn:microsoft.com/office/officeart/2005/8/layout/bProcess3"/>
    <dgm:cxn modelId="{3833AA99-1725-4603-A8ED-FA4ECAB5AF24}" type="presParOf" srcId="{04D898A9-D318-4AFB-AD5C-D8C3553DC0FA}" destId="{4376EB31-872A-4ECD-8F52-A5EA551E7213}" srcOrd="13" destOrd="0" presId="urn:microsoft.com/office/officeart/2005/8/layout/bProcess3"/>
    <dgm:cxn modelId="{AE549655-6658-44DE-9C5F-4816D76BC7C6}" type="presParOf" srcId="{4376EB31-872A-4ECD-8F52-A5EA551E7213}" destId="{95AB3623-43CA-4E0B-842B-BD17BF617C53}" srcOrd="0" destOrd="0" presId="urn:microsoft.com/office/officeart/2005/8/layout/bProcess3"/>
    <dgm:cxn modelId="{4B660C95-D0F6-452B-B14A-E96DBAC64F61}" type="presParOf" srcId="{04D898A9-D318-4AFB-AD5C-D8C3553DC0FA}" destId="{4F582DA6-2632-46CE-A216-72B6D03BC31C}" srcOrd="14" destOrd="0" presId="urn:microsoft.com/office/officeart/2005/8/layout/bProcess3"/>
    <dgm:cxn modelId="{DDFB2FF9-CAF3-4A81-A783-DF5012C54019}" type="presParOf" srcId="{04D898A9-D318-4AFB-AD5C-D8C3553DC0FA}" destId="{183E8ACC-858B-4233-A6CE-D6BDCB1E349D}" srcOrd="15" destOrd="0" presId="urn:microsoft.com/office/officeart/2005/8/layout/bProcess3"/>
    <dgm:cxn modelId="{220F5650-A3AC-4860-B436-FA53AB3E3859}" type="presParOf" srcId="{183E8ACC-858B-4233-A6CE-D6BDCB1E349D}" destId="{1E80970F-6164-44DD-B6A1-5F01D3CA4DFE}" srcOrd="0" destOrd="0" presId="urn:microsoft.com/office/officeart/2005/8/layout/bProcess3"/>
    <dgm:cxn modelId="{C67FE592-08BC-478D-B348-1510E966C9F6}" type="presParOf" srcId="{04D898A9-D318-4AFB-AD5C-D8C3553DC0FA}" destId="{84A33C32-86D4-4B0F-A682-B67F9F706831}" srcOrd="16" destOrd="0" presId="urn:microsoft.com/office/officeart/2005/8/layout/bProcess3"/>
    <dgm:cxn modelId="{5B224937-07EA-4D2B-A005-7CD05DB88DD0}" type="presParOf" srcId="{04D898A9-D318-4AFB-AD5C-D8C3553DC0FA}" destId="{04CEF989-80BC-459C-823C-12E50AB1BB4C}" srcOrd="17" destOrd="0" presId="urn:microsoft.com/office/officeart/2005/8/layout/bProcess3"/>
    <dgm:cxn modelId="{5BDC28FF-B917-4279-B41A-C6CDD7FC1E99}" type="presParOf" srcId="{04CEF989-80BC-459C-823C-12E50AB1BB4C}" destId="{8FF8B204-B88F-4C5A-9248-BB1B8A21D1EC}" srcOrd="0" destOrd="0" presId="urn:microsoft.com/office/officeart/2005/8/layout/bProcess3"/>
    <dgm:cxn modelId="{7C337BA5-8E7E-43A8-9E07-5533CEFF0E90}" type="presParOf" srcId="{04D898A9-D318-4AFB-AD5C-D8C3553DC0FA}" destId="{76F2C510-91FC-4FA1-B304-A2A47B08E843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7DB494-4678-4D9C-8DE6-1255CEE1A6DA}" type="doc">
      <dgm:prSet loTypeId="urn:microsoft.com/office/officeart/2005/8/layout/rings+Icon" loCatId="relationship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D8DC15B8-610F-41AE-BF23-B39ABD4D7DB1}">
      <dgm:prSet/>
      <dgm:spPr/>
      <dgm:t>
        <a:bodyPr/>
        <a:lstStyle/>
        <a:p>
          <a:r>
            <a:rPr lang="en-US" dirty="0"/>
            <a:t>1.Residential: Toilet flushing, irrigation.</a:t>
          </a:r>
          <a:endParaRPr lang="en-IN" dirty="0"/>
        </a:p>
      </dgm:t>
    </dgm:pt>
    <dgm:pt modelId="{7AA69B1F-9DA2-4FDE-9F74-536D6E752A8B}" type="parTrans" cxnId="{4B42DB6C-285A-413F-AF8B-818D29F8EBF0}">
      <dgm:prSet/>
      <dgm:spPr/>
      <dgm:t>
        <a:bodyPr/>
        <a:lstStyle/>
        <a:p>
          <a:endParaRPr lang="en-IN"/>
        </a:p>
      </dgm:t>
    </dgm:pt>
    <dgm:pt modelId="{801487FF-F5A7-4132-8B56-08485F6D56DF}" type="sibTrans" cxnId="{4B42DB6C-285A-413F-AF8B-818D29F8EBF0}">
      <dgm:prSet/>
      <dgm:spPr/>
      <dgm:t>
        <a:bodyPr/>
        <a:lstStyle/>
        <a:p>
          <a:endParaRPr lang="en-IN"/>
        </a:p>
      </dgm:t>
    </dgm:pt>
    <dgm:pt modelId="{7DCA0C12-6382-4FCC-ACAA-9E96FD244B31}">
      <dgm:prSet/>
      <dgm:spPr/>
      <dgm:t>
        <a:bodyPr/>
        <a:lstStyle/>
        <a:p>
          <a:r>
            <a:rPr lang="en-US" dirty="0"/>
            <a:t>2.Commercial: Offices, hotels, schools.</a:t>
          </a:r>
          <a:endParaRPr lang="en-IN" dirty="0"/>
        </a:p>
      </dgm:t>
    </dgm:pt>
    <dgm:pt modelId="{B0B807FE-F998-4ECB-9417-D86AEBA82023}" type="parTrans" cxnId="{85CED39E-5A46-43F8-948B-5EB06ECC8166}">
      <dgm:prSet/>
      <dgm:spPr/>
      <dgm:t>
        <a:bodyPr/>
        <a:lstStyle/>
        <a:p>
          <a:endParaRPr lang="en-IN"/>
        </a:p>
      </dgm:t>
    </dgm:pt>
    <dgm:pt modelId="{9AA97378-1EC4-4151-A916-EA592B52D5D7}" type="sibTrans" cxnId="{85CED39E-5A46-43F8-948B-5EB06ECC8166}">
      <dgm:prSet/>
      <dgm:spPr/>
      <dgm:t>
        <a:bodyPr/>
        <a:lstStyle/>
        <a:p>
          <a:endParaRPr lang="en-IN"/>
        </a:p>
      </dgm:t>
    </dgm:pt>
    <dgm:pt modelId="{8EC4C9E0-FCC9-4745-AD60-6F07FF6872D9}">
      <dgm:prSet/>
      <dgm:spPr/>
      <dgm:t>
        <a:bodyPr/>
        <a:lstStyle/>
        <a:p>
          <a:r>
            <a:rPr lang="en-US" dirty="0"/>
            <a:t>3.Industrial: Process water reuse.</a:t>
          </a:r>
          <a:endParaRPr lang="en-IN" dirty="0"/>
        </a:p>
      </dgm:t>
    </dgm:pt>
    <dgm:pt modelId="{85FCB91E-ED04-4FC9-A148-612E3EF470C2}" type="parTrans" cxnId="{85A3AB9E-3E41-4E25-9390-0F66F0FAF402}">
      <dgm:prSet/>
      <dgm:spPr/>
      <dgm:t>
        <a:bodyPr/>
        <a:lstStyle/>
        <a:p>
          <a:endParaRPr lang="en-IN"/>
        </a:p>
      </dgm:t>
    </dgm:pt>
    <dgm:pt modelId="{75713ECA-3B91-4BCD-8DA7-49119F78F478}" type="sibTrans" cxnId="{85A3AB9E-3E41-4E25-9390-0F66F0FAF402}">
      <dgm:prSet/>
      <dgm:spPr/>
      <dgm:t>
        <a:bodyPr/>
        <a:lstStyle/>
        <a:p>
          <a:endParaRPr lang="en-IN"/>
        </a:p>
      </dgm:t>
    </dgm:pt>
    <dgm:pt modelId="{E106A27C-9418-456F-94B6-C05041574A09}">
      <dgm:prSet/>
      <dgm:spPr/>
      <dgm:t>
        <a:bodyPr/>
        <a:lstStyle/>
        <a:p>
          <a:r>
            <a:rPr lang="en-US" dirty="0"/>
            <a:t>4.Agricultural: Irrigation for crops.</a:t>
          </a:r>
          <a:endParaRPr lang="en-IN" dirty="0"/>
        </a:p>
      </dgm:t>
    </dgm:pt>
    <dgm:pt modelId="{B4F7AE87-E89C-4931-84ED-76C741E1FEE6}" type="parTrans" cxnId="{6361E6A7-C1E8-43E5-8F9C-E5BBD42A5C47}">
      <dgm:prSet/>
      <dgm:spPr/>
      <dgm:t>
        <a:bodyPr/>
        <a:lstStyle/>
        <a:p>
          <a:endParaRPr lang="en-IN"/>
        </a:p>
      </dgm:t>
    </dgm:pt>
    <dgm:pt modelId="{6F99BCA4-2021-4015-A80B-84FA673EDEBF}" type="sibTrans" cxnId="{6361E6A7-C1E8-43E5-8F9C-E5BBD42A5C47}">
      <dgm:prSet/>
      <dgm:spPr/>
      <dgm:t>
        <a:bodyPr/>
        <a:lstStyle/>
        <a:p>
          <a:endParaRPr lang="en-IN"/>
        </a:p>
      </dgm:t>
    </dgm:pt>
    <dgm:pt modelId="{AE2BA6F1-47D2-42CA-B0C3-40BB6C17BA97}">
      <dgm:prSet/>
      <dgm:spPr/>
      <dgm:t>
        <a:bodyPr/>
        <a:lstStyle/>
        <a:p>
          <a:r>
            <a:rPr lang="en-US" dirty="0"/>
            <a:t>5,Water-scarce regions: Alternative source.</a:t>
          </a:r>
          <a:endParaRPr lang="en-IN" dirty="0"/>
        </a:p>
      </dgm:t>
    </dgm:pt>
    <dgm:pt modelId="{5EFCC2B6-8E30-4286-BFAE-8A194863DD8C}" type="parTrans" cxnId="{D8D20EFB-F3F9-40B4-A57E-807A00F26897}">
      <dgm:prSet/>
      <dgm:spPr/>
      <dgm:t>
        <a:bodyPr/>
        <a:lstStyle/>
        <a:p>
          <a:endParaRPr lang="en-IN"/>
        </a:p>
      </dgm:t>
    </dgm:pt>
    <dgm:pt modelId="{BC2CCA0C-2DA5-4416-A477-0E7D77FBF950}" type="sibTrans" cxnId="{D8D20EFB-F3F9-40B4-A57E-807A00F26897}">
      <dgm:prSet/>
      <dgm:spPr/>
      <dgm:t>
        <a:bodyPr/>
        <a:lstStyle/>
        <a:p>
          <a:endParaRPr lang="en-IN"/>
        </a:p>
      </dgm:t>
    </dgm:pt>
    <dgm:pt modelId="{2ED0EFFC-BBFC-48F8-8EAD-60BD0F82F353}">
      <dgm:prSet/>
      <dgm:spPr/>
      <dgm:t>
        <a:bodyPr/>
        <a:lstStyle/>
        <a:p>
          <a:r>
            <a:rPr lang="en-US" dirty="0"/>
            <a:t>6.Greywater reuse is ideal for regions facing frequent droughts.</a:t>
          </a:r>
          <a:endParaRPr lang="en-IN" dirty="0"/>
        </a:p>
      </dgm:t>
    </dgm:pt>
    <dgm:pt modelId="{36D8B1DC-643E-45EB-95F7-D849112EB9F2}" type="parTrans" cxnId="{5D301677-7755-4A74-890A-51C8F27D831B}">
      <dgm:prSet/>
      <dgm:spPr/>
      <dgm:t>
        <a:bodyPr/>
        <a:lstStyle/>
        <a:p>
          <a:endParaRPr lang="en-IN"/>
        </a:p>
      </dgm:t>
    </dgm:pt>
    <dgm:pt modelId="{CB05812B-A9ED-452E-8920-B70EFFBC43BD}" type="sibTrans" cxnId="{5D301677-7755-4A74-890A-51C8F27D831B}">
      <dgm:prSet/>
      <dgm:spPr/>
      <dgm:t>
        <a:bodyPr/>
        <a:lstStyle/>
        <a:p>
          <a:endParaRPr lang="en-IN"/>
        </a:p>
      </dgm:t>
    </dgm:pt>
    <dgm:pt modelId="{17C5C58F-4FEC-4FEF-932C-DA405CC32974}">
      <dgm:prSet/>
      <dgm:spPr/>
      <dgm:t>
        <a:bodyPr/>
        <a:lstStyle/>
        <a:p>
          <a:r>
            <a:rPr lang="en-US" dirty="0"/>
            <a:t>7.Helps in reducing municipal water supply load by up to 50%.</a:t>
          </a:r>
          <a:endParaRPr lang="en-IN" dirty="0"/>
        </a:p>
      </dgm:t>
    </dgm:pt>
    <dgm:pt modelId="{929990E2-B591-4466-A221-7535C418C011}" type="parTrans" cxnId="{026D220A-FE3C-40BB-B5BD-D39AD3F433CA}">
      <dgm:prSet/>
      <dgm:spPr/>
      <dgm:t>
        <a:bodyPr/>
        <a:lstStyle/>
        <a:p>
          <a:endParaRPr lang="en-IN"/>
        </a:p>
      </dgm:t>
    </dgm:pt>
    <dgm:pt modelId="{895FBA52-620B-49D4-92B6-8A5066F1157B}" type="sibTrans" cxnId="{026D220A-FE3C-40BB-B5BD-D39AD3F433CA}">
      <dgm:prSet/>
      <dgm:spPr/>
      <dgm:t>
        <a:bodyPr/>
        <a:lstStyle/>
        <a:p>
          <a:endParaRPr lang="en-IN"/>
        </a:p>
      </dgm:t>
    </dgm:pt>
    <dgm:pt modelId="{AEEEC329-F97F-487F-B1CA-32D4F73B2093}" type="pres">
      <dgm:prSet presAssocID="{CC7DB494-4678-4D9C-8DE6-1255CEE1A6DA}" presName="Name0" presStyleCnt="0">
        <dgm:presLayoutVars>
          <dgm:chMax val="7"/>
          <dgm:dir/>
          <dgm:resizeHandles val="exact"/>
        </dgm:presLayoutVars>
      </dgm:prSet>
      <dgm:spPr/>
    </dgm:pt>
    <dgm:pt modelId="{AF1CD331-9179-40EC-A4E7-7BC0F496D007}" type="pres">
      <dgm:prSet presAssocID="{CC7DB494-4678-4D9C-8DE6-1255CEE1A6DA}" presName="ellipse1" presStyleLbl="vennNode1" presStyleIdx="0" presStyleCnt="7">
        <dgm:presLayoutVars>
          <dgm:bulletEnabled val="1"/>
        </dgm:presLayoutVars>
      </dgm:prSet>
      <dgm:spPr/>
    </dgm:pt>
    <dgm:pt modelId="{CA8A816E-FD6D-46BA-9EBD-F435BF7D1F6F}" type="pres">
      <dgm:prSet presAssocID="{CC7DB494-4678-4D9C-8DE6-1255CEE1A6DA}" presName="ellipse2" presStyleLbl="vennNode1" presStyleIdx="1" presStyleCnt="7">
        <dgm:presLayoutVars>
          <dgm:bulletEnabled val="1"/>
        </dgm:presLayoutVars>
      </dgm:prSet>
      <dgm:spPr/>
    </dgm:pt>
    <dgm:pt modelId="{0DED804D-67CC-4512-A99A-824C42AF37BE}" type="pres">
      <dgm:prSet presAssocID="{CC7DB494-4678-4D9C-8DE6-1255CEE1A6DA}" presName="ellipse3" presStyleLbl="vennNode1" presStyleIdx="2" presStyleCnt="7">
        <dgm:presLayoutVars>
          <dgm:bulletEnabled val="1"/>
        </dgm:presLayoutVars>
      </dgm:prSet>
      <dgm:spPr/>
    </dgm:pt>
    <dgm:pt modelId="{72EB0012-13AA-4DC3-A486-B35226AF1713}" type="pres">
      <dgm:prSet presAssocID="{CC7DB494-4678-4D9C-8DE6-1255CEE1A6DA}" presName="ellipse4" presStyleLbl="vennNode1" presStyleIdx="3" presStyleCnt="7">
        <dgm:presLayoutVars>
          <dgm:bulletEnabled val="1"/>
        </dgm:presLayoutVars>
      </dgm:prSet>
      <dgm:spPr/>
    </dgm:pt>
    <dgm:pt modelId="{0A841855-BEA8-43FE-ADF6-74ABB3CE2E26}" type="pres">
      <dgm:prSet presAssocID="{CC7DB494-4678-4D9C-8DE6-1255CEE1A6DA}" presName="ellipse5" presStyleLbl="vennNode1" presStyleIdx="4" presStyleCnt="7">
        <dgm:presLayoutVars>
          <dgm:bulletEnabled val="1"/>
        </dgm:presLayoutVars>
      </dgm:prSet>
      <dgm:spPr/>
    </dgm:pt>
    <dgm:pt modelId="{F10E084B-1FAC-4B04-AE10-5D97042FD949}" type="pres">
      <dgm:prSet presAssocID="{CC7DB494-4678-4D9C-8DE6-1255CEE1A6DA}" presName="ellipse6" presStyleLbl="vennNode1" presStyleIdx="5" presStyleCnt="7">
        <dgm:presLayoutVars>
          <dgm:bulletEnabled val="1"/>
        </dgm:presLayoutVars>
      </dgm:prSet>
      <dgm:spPr/>
    </dgm:pt>
    <dgm:pt modelId="{B984E7AD-7938-496D-B1F9-71BBBA6D25C6}" type="pres">
      <dgm:prSet presAssocID="{CC7DB494-4678-4D9C-8DE6-1255CEE1A6DA}" presName="ellipse7" presStyleLbl="vennNode1" presStyleIdx="6" presStyleCnt="7">
        <dgm:presLayoutVars>
          <dgm:bulletEnabled val="1"/>
        </dgm:presLayoutVars>
      </dgm:prSet>
      <dgm:spPr/>
    </dgm:pt>
  </dgm:ptLst>
  <dgm:cxnLst>
    <dgm:cxn modelId="{026D220A-FE3C-40BB-B5BD-D39AD3F433CA}" srcId="{CC7DB494-4678-4D9C-8DE6-1255CEE1A6DA}" destId="{17C5C58F-4FEC-4FEF-932C-DA405CC32974}" srcOrd="6" destOrd="0" parTransId="{929990E2-B591-4466-A221-7535C418C011}" sibTransId="{895FBA52-620B-49D4-92B6-8A5066F1157B}"/>
    <dgm:cxn modelId="{DB974D5D-B425-4BCD-9E34-B24F7DB2D018}" type="presOf" srcId="{7DCA0C12-6382-4FCC-ACAA-9E96FD244B31}" destId="{CA8A816E-FD6D-46BA-9EBD-F435BF7D1F6F}" srcOrd="0" destOrd="0" presId="urn:microsoft.com/office/officeart/2005/8/layout/rings+Icon"/>
    <dgm:cxn modelId="{4B42DB6C-285A-413F-AF8B-818D29F8EBF0}" srcId="{CC7DB494-4678-4D9C-8DE6-1255CEE1A6DA}" destId="{D8DC15B8-610F-41AE-BF23-B39ABD4D7DB1}" srcOrd="0" destOrd="0" parTransId="{7AA69B1F-9DA2-4FDE-9F74-536D6E752A8B}" sibTransId="{801487FF-F5A7-4132-8B56-08485F6D56DF}"/>
    <dgm:cxn modelId="{5D301677-7755-4A74-890A-51C8F27D831B}" srcId="{CC7DB494-4678-4D9C-8DE6-1255CEE1A6DA}" destId="{2ED0EFFC-BBFC-48F8-8EAD-60BD0F82F353}" srcOrd="5" destOrd="0" parTransId="{36D8B1DC-643E-45EB-95F7-D849112EB9F2}" sibTransId="{CB05812B-A9ED-452E-8920-B70EFFBC43BD}"/>
    <dgm:cxn modelId="{85A3AB9E-3E41-4E25-9390-0F66F0FAF402}" srcId="{CC7DB494-4678-4D9C-8DE6-1255CEE1A6DA}" destId="{8EC4C9E0-FCC9-4745-AD60-6F07FF6872D9}" srcOrd="2" destOrd="0" parTransId="{85FCB91E-ED04-4FC9-A148-612E3EF470C2}" sibTransId="{75713ECA-3B91-4BCD-8DA7-49119F78F478}"/>
    <dgm:cxn modelId="{85CED39E-5A46-43F8-948B-5EB06ECC8166}" srcId="{CC7DB494-4678-4D9C-8DE6-1255CEE1A6DA}" destId="{7DCA0C12-6382-4FCC-ACAA-9E96FD244B31}" srcOrd="1" destOrd="0" parTransId="{B0B807FE-F998-4ECB-9417-D86AEBA82023}" sibTransId="{9AA97378-1EC4-4151-A916-EA592B52D5D7}"/>
    <dgm:cxn modelId="{B13E4BA2-08EF-4895-945F-9BAF04BCA5BB}" type="presOf" srcId="{D8DC15B8-610F-41AE-BF23-B39ABD4D7DB1}" destId="{AF1CD331-9179-40EC-A4E7-7BC0F496D007}" srcOrd="0" destOrd="0" presId="urn:microsoft.com/office/officeart/2005/8/layout/rings+Icon"/>
    <dgm:cxn modelId="{02E455A5-7452-4787-A7CE-91A792D253F7}" type="presOf" srcId="{8EC4C9E0-FCC9-4745-AD60-6F07FF6872D9}" destId="{0DED804D-67CC-4512-A99A-824C42AF37BE}" srcOrd="0" destOrd="0" presId="urn:microsoft.com/office/officeart/2005/8/layout/rings+Icon"/>
    <dgm:cxn modelId="{6361E6A7-C1E8-43E5-8F9C-E5BBD42A5C47}" srcId="{CC7DB494-4678-4D9C-8DE6-1255CEE1A6DA}" destId="{E106A27C-9418-456F-94B6-C05041574A09}" srcOrd="3" destOrd="0" parTransId="{B4F7AE87-E89C-4931-84ED-76C741E1FEE6}" sibTransId="{6F99BCA4-2021-4015-A80B-84FA673EDEBF}"/>
    <dgm:cxn modelId="{957C66C6-A77B-4392-A125-EB2623ED47C5}" type="presOf" srcId="{2ED0EFFC-BBFC-48F8-8EAD-60BD0F82F353}" destId="{F10E084B-1FAC-4B04-AE10-5D97042FD949}" srcOrd="0" destOrd="0" presId="urn:microsoft.com/office/officeart/2005/8/layout/rings+Icon"/>
    <dgm:cxn modelId="{7CAD29D5-B548-495C-B86A-3C7830311951}" type="presOf" srcId="{CC7DB494-4678-4D9C-8DE6-1255CEE1A6DA}" destId="{AEEEC329-F97F-487F-B1CA-32D4F73B2093}" srcOrd="0" destOrd="0" presId="urn:microsoft.com/office/officeart/2005/8/layout/rings+Icon"/>
    <dgm:cxn modelId="{6BAFB4DE-12A3-4DCB-803B-1DEABEEBA024}" type="presOf" srcId="{17C5C58F-4FEC-4FEF-932C-DA405CC32974}" destId="{B984E7AD-7938-496D-B1F9-71BBBA6D25C6}" srcOrd="0" destOrd="0" presId="urn:microsoft.com/office/officeart/2005/8/layout/rings+Icon"/>
    <dgm:cxn modelId="{2C9B11E7-BE01-4D6C-A58D-C21B1AB5FF6E}" type="presOf" srcId="{AE2BA6F1-47D2-42CA-B0C3-40BB6C17BA97}" destId="{0A841855-BEA8-43FE-ADF6-74ABB3CE2E26}" srcOrd="0" destOrd="0" presId="urn:microsoft.com/office/officeart/2005/8/layout/rings+Icon"/>
    <dgm:cxn modelId="{24F9E3E7-F4DE-4800-84ED-9924422D5463}" type="presOf" srcId="{E106A27C-9418-456F-94B6-C05041574A09}" destId="{72EB0012-13AA-4DC3-A486-B35226AF1713}" srcOrd="0" destOrd="0" presId="urn:microsoft.com/office/officeart/2005/8/layout/rings+Icon"/>
    <dgm:cxn modelId="{D8D20EFB-F3F9-40B4-A57E-807A00F26897}" srcId="{CC7DB494-4678-4D9C-8DE6-1255CEE1A6DA}" destId="{AE2BA6F1-47D2-42CA-B0C3-40BB6C17BA97}" srcOrd="4" destOrd="0" parTransId="{5EFCC2B6-8E30-4286-BFAE-8A194863DD8C}" sibTransId="{BC2CCA0C-2DA5-4416-A477-0E7D77FBF950}"/>
    <dgm:cxn modelId="{52A547BE-C9E5-431E-8E28-969E079EFBEE}" type="presParOf" srcId="{AEEEC329-F97F-487F-B1CA-32D4F73B2093}" destId="{AF1CD331-9179-40EC-A4E7-7BC0F496D007}" srcOrd="0" destOrd="0" presId="urn:microsoft.com/office/officeart/2005/8/layout/rings+Icon"/>
    <dgm:cxn modelId="{56F8FD06-CB67-42A8-A112-755497CE6544}" type="presParOf" srcId="{AEEEC329-F97F-487F-B1CA-32D4F73B2093}" destId="{CA8A816E-FD6D-46BA-9EBD-F435BF7D1F6F}" srcOrd="1" destOrd="0" presId="urn:microsoft.com/office/officeart/2005/8/layout/rings+Icon"/>
    <dgm:cxn modelId="{6A3165AF-C1C6-4C69-BA46-C20E3BAC4F49}" type="presParOf" srcId="{AEEEC329-F97F-487F-B1CA-32D4F73B2093}" destId="{0DED804D-67CC-4512-A99A-824C42AF37BE}" srcOrd="2" destOrd="0" presId="urn:microsoft.com/office/officeart/2005/8/layout/rings+Icon"/>
    <dgm:cxn modelId="{CD70FA40-4FB0-4784-BB23-845BEF8B1418}" type="presParOf" srcId="{AEEEC329-F97F-487F-B1CA-32D4F73B2093}" destId="{72EB0012-13AA-4DC3-A486-B35226AF1713}" srcOrd="3" destOrd="0" presId="urn:microsoft.com/office/officeart/2005/8/layout/rings+Icon"/>
    <dgm:cxn modelId="{B82A3FA1-4917-4805-B1EE-8CDB174D4BB6}" type="presParOf" srcId="{AEEEC329-F97F-487F-B1CA-32D4F73B2093}" destId="{0A841855-BEA8-43FE-ADF6-74ABB3CE2E26}" srcOrd="4" destOrd="0" presId="urn:microsoft.com/office/officeart/2005/8/layout/rings+Icon"/>
    <dgm:cxn modelId="{0A74DABE-2BAB-42E6-8E46-CCB77EB10002}" type="presParOf" srcId="{AEEEC329-F97F-487F-B1CA-32D4F73B2093}" destId="{F10E084B-1FAC-4B04-AE10-5D97042FD949}" srcOrd="5" destOrd="0" presId="urn:microsoft.com/office/officeart/2005/8/layout/rings+Icon"/>
    <dgm:cxn modelId="{EC43CDF4-0392-4A67-93CC-EBAC0EB52014}" type="presParOf" srcId="{AEEEC329-F97F-487F-B1CA-32D4F73B2093}" destId="{B984E7AD-7938-496D-B1F9-71BBBA6D25C6}" srcOrd="6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3B41A-FFFF-4372-BA1D-348907E4654A}">
      <dsp:nvSpPr>
        <dsp:cNvPr id="0" name=""/>
        <dsp:cNvSpPr/>
      </dsp:nvSpPr>
      <dsp:spPr>
        <a:xfrm>
          <a:off x="448324" y="0"/>
          <a:ext cx="4764599" cy="4764599"/>
        </a:xfrm>
        <a:prstGeom prst="diamond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tint val="40000"/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tint val="40000"/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tint val="40000"/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E13C737C-1074-443B-B685-F733E15B7B3D}">
      <dsp:nvSpPr>
        <dsp:cNvPr id="0" name=""/>
        <dsp:cNvSpPr/>
      </dsp:nvSpPr>
      <dsp:spPr>
        <a:xfrm>
          <a:off x="900960" y="452636"/>
          <a:ext cx="1858193" cy="185819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Water is essential for life and ecosystems.</a:t>
          </a:r>
        </a:p>
      </dsp:txBody>
      <dsp:txXfrm>
        <a:off x="991670" y="543346"/>
        <a:ext cx="1676773" cy="1676773"/>
      </dsp:txXfrm>
    </dsp:sp>
    <dsp:sp modelId="{05E891C3-A9B4-49DE-AFE9-6F9A31932D2D}">
      <dsp:nvSpPr>
        <dsp:cNvPr id="0" name=""/>
        <dsp:cNvSpPr/>
      </dsp:nvSpPr>
      <dsp:spPr>
        <a:xfrm>
          <a:off x="2902092" y="452636"/>
          <a:ext cx="1858193" cy="185819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Greywater reuse reduces strain on freshwater resources.</a:t>
          </a:r>
        </a:p>
      </dsp:txBody>
      <dsp:txXfrm>
        <a:off x="2992802" y="543346"/>
        <a:ext cx="1676773" cy="1676773"/>
      </dsp:txXfrm>
    </dsp:sp>
    <dsp:sp modelId="{0651770F-BF2B-4A5F-BCDE-9963659B9074}">
      <dsp:nvSpPr>
        <dsp:cNvPr id="0" name=""/>
        <dsp:cNvSpPr/>
      </dsp:nvSpPr>
      <dsp:spPr>
        <a:xfrm>
          <a:off x="900960" y="2453768"/>
          <a:ext cx="1858193" cy="185819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Greywater: 75%-90% of household wastewater.</a:t>
          </a:r>
        </a:p>
      </dsp:txBody>
      <dsp:txXfrm>
        <a:off x="991670" y="2544478"/>
        <a:ext cx="1676773" cy="1676773"/>
      </dsp:txXfrm>
    </dsp:sp>
    <dsp:sp modelId="{B15DA513-030A-4D19-8EFC-6E0D066C2DE0}">
      <dsp:nvSpPr>
        <dsp:cNvPr id="0" name=""/>
        <dsp:cNvSpPr/>
      </dsp:nvSpPr>
      <dsp:spPr>
        <a:xfrm>
          <a:off x="2902092" y="2453768"/>
          <a:ext cx="1858193" cy="185819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Sources: Bathing, kitchen, laundry.</a:t>
          </a:r>
        </a:p>
      </dsp:txBody>
      <dsp:txXfrm>
        <a:off x="2992802" y="2544478"/>
        <a:ext cx="1676773" cy="16767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AF7E4-7C9E-4B02-8DF9-B37998EB338C}">
      <dsp:nvSpPr>
        <dsp:cNvPr id="0" name=""/>
        <dsp:cNvSpPr/>
      </dsp:nvSpPr>
      <dsp:spPr>
        <a:xfrm>
          <a:off x="0" y="0"/>
          <a:ext cx="2438400" cy="27896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Greywater accounts for up to 75% of the wastewater volume produced by households, and this can increase to about 90% if dry toilets are used. It has also been estimated that greywater produced accounts for about 69% of domestic water consumption. </a:t>
          </a:r>
          <a:endParaRPr lang="en-IN" sz="1600" kern="1200" dirty="0"/>
        </a:p>
      </dsp:txBody>
      <dsp:txXfrm>
        <a:off x="119033" y="119033"/>
        <a:ext cx="2200334" cy="25515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8AB8D3-55EE-45D4-8ACB-FF7128AFB1D3}">
      <dsp:nvSpPr>
        <dsp:cNvPr id="0" name=""/>
        <dsp:cNvSpPr/>
      </dsp:nvSpPr>
      <dsp:spPr>
        <a:xfrm rot="10800000">
          <a:off x="2029206" y="406"/>
          <a:ext cx="7271575" cy="79057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862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India faces severe water scarcity, especially in semi-arid and urban regions.</a:t>
          </a:r>
          <a:endParaRPr lang="en-IN" sz="2300" kern="1200" dirty="0"/>
        </a:p>
      </dsp:txBody>
      <dsp:txXfrm rot="10800000">
        <a:off x="2226850" y="406"/>
        <a:ext cx="7073931" cy="790576"/>
      </dsp:txXfrm>
    </dsp:sp>
    <dsp:sp modelId="{1C4123D0-50BA-4FC5-B7C0-F08C6A8D0F0A}">
      <dsp:nvSpPr>
        <dsp:cNvPr id="0" name=""/>
        <dsp:cNvSpPr/>
      </dsp:nvSpPr>
      <dsp:spPr>
        <a:xfrm>
          <a:off x="1633918" y="406"/>
          <a:ext cx="790576" cy="790576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0000" r="-30000"/>
          </a:stretch>
        </a:blip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EF8B114-CB34-4808-B7DA-495B8D8B4930}">
      <dsp:nvSpPr>
        <dsp:cNvPr id="0" name=""/>
        <dsp:cNvSpPr/>
      </dsp:nvSpPr>
      <dsp:spPr>
        <a:xfrm rot="10800000">
          <a:off x="2029206" y="994610"/>
          <a:ext cx="7271575" cy="79057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862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Rainwater harvesting alone is insufficient due to irregular rainfall distribution.</a:t>
          </a:r>
          <a:endParaRPr lang="en-IN" sz="2300" kern="1200" dirty="0"/>
        </a:p>
      </dsp:txBody>
      <dsp:txXfrm rot="10800000">
        <a:off x="2226850" y="994610"/>
        <a:ext cx="7073931" cy="790576"/>
      </dsp:txXfrm>
    </dsp:sp>
    <dsp:sp modelId="{B72C5642-5902-4A3A-8175-50D2F0BDE0F2}">
      <dsp:nvSpPr>
        <dsp:cNvPr id="0" name=""/>
        <dsp:cNvSpPr/>
      </dsp:nvSpPr>
      <dsp:spPr>
        <a:xfrm>
          <a:off x="1633918" y="994610"/>
          <a:ext cx="790576" cy="790576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3F2F005-9ABE-4AEB-96D3-8F7995C93BD9}">
      <dsp:nvSpPr>
        <dsp:cNvPr id="0" name=""/>
        <dsp:cNvSpPr/>
      </dsp:nvSpPr>
      <dsp:spPr>
        <a:xfrm rot="10800000">
          <a:off x="2029206" y="1988813"/>
          <a:ext cx="7271575" cy="79057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862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Greywater contributes about 70–75% of total household wastewater.</a:t>
          </a:r>
          <a:endParaRPr lang="en-IN" sz="2300" kern="1200" dirty="0"/>
        </a:p>
      </dsp:txBody>
      <dsp:txXfrm rot="10800000">
        <a:off x="2226850" y="1988813"/>
        <a:ext cx="7073931" cy="790576"/>
      </dsp:txXfrm>
    </dsp:sp>
    <dsp:sp modelId="{9DA0A6EB-6803-4779-B78A-D95EBA75EB96}">
      <dsp:nvSpPr>
        <dsp:cNvPr id="0" name=""/>
        <dsp:cNvSpPr/>
      </dsp:nvSpPr>
      <dsp:spPr>
        <a:xfrm>
          <a:off x="1633918" y="1988813"/>
          <a:ext cx="790576" cy="790576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14000" r="-14000"/>
          </a:stretch>
        </a:blip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F78B096B-8CE4-4E0E-BB4C-A465F6E76005}">
      <dsp:nvSpPr>
        <dsp:cNvPr id="0" name=""/>
        <dsp:cNvSpPr/>
      </dsp:nvSpPr>
      <dsp:spPr>
        <a:xfrm rot="10800000">
          <a:off x="2029206" y="2983016"/>
          <a:ext cx="7271575" cy="79057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862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Untreated greywater increases sewage treatment loads and pollutes local water bodies.</a:t>
          </a:r>
          <a:endParaRPr lang="en-IN" sz="2300" kern="1200" dirty="0"/>
        </a:p>
      </dsp:txBody>
      <dsp:txXfrm rot="10800000">
        <a:off x="2226850" y="2983016"/>
        <a:ext cx="7073931" cy="790576"/>
      </dsp:txXfrm>
    </dsp:sp>
    <dsp:sp modelId="{2EADD7F5-74BF-4572-8A27-AFC2FC451B88}">
      <dsp:nvSpPr>
        <dsp:cNvPr id="0" name=""/>
        <dsp:cNvSpPr/>
      </dsp:nvSpPr>
      <dsp:spPr>
        <a:xfrm>
          <a:off x="1633918" y="2983016"/>
          <a:ext cx="790576" cy="790576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DAA1C-CE9C-49A5-B319-23AFB1A11F5D}">
      <dsp:nvSpPr>
        <dsp:cNvPr id="0" name=""/>
        <dsp:cNvSpPr/>
      </dsp:nvSpPr>
      <dsp:spPr>
        <a:xfrm>
          <a:off x="1726" y="0"/>
          <a:ext cx="1810069" cy="426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minimize fresh water usage by reusing treated greywater.</a:t>
          </a:r>
          <a:endParaRPr lang="en-IN" sz="1700" kern="1200" dirty="0"/>
        </a:p>
      </dsp:txBody>
      <dsp:txXfrm>
        <a:off x="1726" y="1706880"/>
        <a:ext cx="1810069" cy="1706880"/>
      </dsp:txXfrm>
    </dsp:sp>
    <dsp:sp modelId="{60A833E3-D98B-4EE0-A5B1-C84046003E2F}">
      <dsp:nvSpPr>
        <dsp:cNvPr id="0" name=""/>
        <dsp:cNvSpPr/>
      </dsp:nvSpPr>
      <dsp:spPr>
        <a:xfrm>
          <a:off x="196273" y="256032"/>
          <a:ext cx="1420977" cy="1420977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4000" r="-14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F36A8-A8DA-4C59-A637-46917C00118C}">
      <dsp:nvSpPr>
        <dsp:cNvPr id="0" name=""/>
        <dsp:cNvSpPr/>
      </dsp:nvSpPr>
      <dsp:spPr>
        <a:xfrm>
          <a:off x="1866098" y="0"/>
          <a:ext cx="1810069" cy="426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Treat greywater for safe non-potable purposes like toilet flushing, gardening, vehicle washing.</a:t>
          </a:r>
          <a:endParaRPr lang="en-IN" sz="1700" kern="1200" dirty="0"/>
        </a:p>
      </dsp:txBody>
      <dsp:txXfrm>
        <a:off x="1866098" y="1706880"/>
        <a:ext cx="1810069" cy="1706880"/>
      </dsp:txXfrm>
    </dsp:sp>
    <dsp:sp modelId="{9D5DD642-C90E-4EE3-B575-43FE80118B8B}">
      <dsp:nvSpPr>
        <dsp:cNvPr id="0" name=""/>
        <dsp:cNvSpPr/>
      </dsp:nvSpPr>
      <dsp:spPr>
        <a:xfrm>
          <a:off x="2060645" y="256032"/>
          <a:ext cx="1420977" cy="1420977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D3FA10-12CB-4A79-BCD5-DDE75230D396}">
      <dsp:nvSpPr>
        <dsp:cNvPr id="0" name=""/>
        <dsp:cNvSpPr/>
      </dsp:nvSpPr>
      <dsp:spPr>
        <a:xfrm>
          <a:off x="3730471" y="0"/>
          <a:ext cx="1810069" cy="426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Conduct physical, chemical, and biological characterization of greywater.</a:t>
          </a:r>
          <a:endParaRPr lang="en-IN" sz="1700" kern="1200" dirty="0"/>
        </a:p>
      </dsp:txBody>
      <dsp:txXfrm>
        <a:off x="3730471" y="1706880"/>
        <a:ext cx="1810069" cy="1706880"/>
      </dsp:txXfrm>
    </dsp:sp>
    <dsp:sp modelId="{0466120E-AB6F-4EC3-9507-C3D32E1B2B33}">
      <dsp:nvSpPr>
        <dsp:cNvPr id="0" name=""/>
        <dsp:cNvSpPr/>
      </dsp:nvSpPr>
      <dsp:spPr>
        <a:xfrm>
          <a:off x="3925017" y="256032"/>
          <a:ext cx="1420977" cy="1420977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35000" r="-35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7F154-8DC9-41BF-9BB6-986B8069D2DB}">
      <dsp:nvSpPr>
        <dsp:cNvPr id="0" name=""/>
        <dsp:cNvSpPr/>
      </dsp:nvSpPr>
      <dsp:spPr>
        <a:xfrm>
          <a:off x="5594843" y="0"/>
          <a:ext cx="1810069" cy="4267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Design, fabricate, and test a cost-effective greywater filtration system.</a:t>
          </a:r>
          <a:endParaRPr lang="en-IN" sz="1700" kern="1200" dirty="0"/>
        </a:p>
      </dsp:txBody>
      <dsp:txXfrm>
        <a:off x="5594843" y="1706880"/>
        <a:ext cx="1810069" cy="1706880"/>
      </dsp:txXfrm>
    </dsp:sp>
    <dsp:sp modelId="{E336CB1B-E630-4356-800C-B97176CA53FB}">
      <dsp:nvSpPr>
        <dsp:cNvPr id="0" name=""/>
        <dsp:cNvSpPr/>
      </dsp:nvSpPr>
      <dsp:spPr>
        <a:xfrm>
          <a:off x="5789389" y="256032"/>
          <a:ext cx="1420977" cy="1420977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t="-39000" b="-39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DCE5B2-522D-40E7-A9C1-C180D77E2A14}">
      <dsp:nvSpPr>
        <dsp:cNvPr id="0" name=""/>
        <dsp:cNvSpPr/>
      </dsp:nvSpPr>
      <dsp:spPr>
        <a:xfrm>
          <a:off x="296265" y="3413760"/>
          <a:ext cx="6814108" cy="64008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C248C-AF32-4492-92DC-32F28077A4FA}">
      <dsp:nvSpPr>
        <dsp:cNvPr id="0" name=""/>
        <dsp:cNvSpPr/>
      </dsp:nvSpPr>
      <dsp:spPr>
        <a:xfrm>
          <a:off x="0" y="64990"/>
          <a:ext cx="7695788" cy="114864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/>
            <a:t> </a:t>
          </a:r>
          <a:r>
            <a:rPr lang="en-US" sz="1700" b="1" u="sng" kern="1200" dirty="0">
              <a:solidFill>
                <a:schemeClr val="tx1"/>
              </a:solidFill>
            </a:rPr>
            <a:t>1.Piyush Gupta (2016) </a:t>
          </a:r>
          <a:r>
            <a:rPr lang="en-US" sz="1700" kern="1200" dirty="0"/>
            <a:t>performed "Design and Performance Evaluation of a Greywater Treatment System for Residential Complexes in India". </a:t>
          </a:r>
          <a:endParaRPr lang="en-IN" sz="1700" kern="1200" dirty="0"/>
        </a:p>
      </dsp:txBody>
      <dsp:txXfrm>
        <a:off x="56072" y="121062"/>
        <a:ext cx="7583644" cy="1036503"/>
      </dsp:txXfrm>
    </dsp:sp>
    <dsp:sp modelId="{334C2612-C6E7-4B22-A0EA-FFF50353CCB6}">
      <dsp:nvSpPr>
        <dsp:cNvPr id="0" name=""/>
        <dsp:cNvSpPr/>
      </dsp:nvSpPr>
      <dsp:spPr>
        <a:xfrm>
          <a:off x="0" y="1262598"/>
          <a:ext cx="7695788" cy="114864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>
              <a:solidFill>
                <a:schemeClr val="tx1"/>
              </a:solidFill>
            </a:rPr>
            <a:t>2.Himanshu Joshi (2017)</a:t>
          </a:r>
          <a:r>
            <a:rPr lang="en-US" sz="1700" b="1" u="sng" kern="1200" dirty="0"/>
            <a:t> </a:t>
          </a:r>
          <a:r>
            <a:rPr lang="en-US" sz="1700" kern="1200" dirty="0"/>
            <a:t>performed the Evaluation of Low-Cost Greywater Treatment Systems for Urban Areas in India. This research article evaluates the performance of low-cost greywater treatment systems suitable for urban areas in India. </a:t>
          </a:r>
          <a:endParaRPr lang="en-IN" sz="1700" kern="1200" dirty="0"/>
        </a:p>
      </dsp:txBody>
      <dsp:txXfrm>
        <a:off x="56072" y="1318670"/>
        <a:ext cx="7583644" cy="1036503"/>
      </dsp:txXfrm>
    </dsp:sp>
    <dsp:sp modelId="{B44A04BE-99CC-4EEB-85C8-D35940F3C7F1}">
      <dsp:nvSpPr>
        <dsp:cNvPr id="0" name=""/>
        <dsp:cNvSpPr/>
      </dsp:nvSpPr>
      <dsp:spPr>
        <a:xfrm>
          <a:off x="0" y="2460205"/>
          <a:ext cx="7695788" cy="114864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>
              <a:solidFill>
                <a:schemeClr val="tx1"/>
              </a:solidFill>
            </a:rPr>
            <a:t>3.Shashwat G. Mishra (2018) </a:t>
          </a:r>
          <a:r>
            <a:rPr lang="en-US" sz="1700" kern="1200" dirty="0"/>
            <a:t>did the task on Assessment of Greywater Treatment Technologies for Urban India. This study assesses different greywater treatment technologies for urban India. </a:t>
          </a:r>
          <a:endParaRPr lang="en-IN" sz="1700" kern="1200" dirty="0"/>
        </a:p>
      </dsp:txBody>
      <dsp:txXfrm>
        <a:off x="56072" y="2516277"/>
        <a:ext cx="7583644" cy="1036503"/>
      </dsp:txXfrm>
    </dsp:sp>
    <dsp:sp modelId="{34256459-B374-4153-87E5-EA970088DEC6}">
      <dsp:nvSpPr>
        <dsp:cNvPr id="0" name=""/>
        <dsp:cNvSpPr/>
      </dsp:nvSpPr>
      <dsp:spPr>
        <a:xfrm>
          <a:off x="0" y="3657813"/>
          <a:ext cx="7695788" cy="114864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>
              <a:solidFill>
                <a:schemeClr val="tx1"/>
              </a:solidFill>
            </a:rPr>
            <a:t>4.Keshav Mohan(2021) </a:t>
          </a:r>
          <a:r>
            <a:rPr lang="en-US" sz="1700" kern="1200" dirty="0"/>
            <a:t>performed Greywater Recycling for Domestic Use in India. This review article explores the opportunities, challenges, and perspectives of greywater recycling for domestic use in India. </a:t>
          </a:r>
          <a:endParaRPr lang="en-IN" sz="1700" kern="1200" dirty="0"/>
        </a:p>
      </dsp:txBody>
      <dsp:txXfrm>
        <a:off x="56072" y="3713885"/>
        <a:ext cx="7583644" cy="10365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FF7FA-B7E1-421A-925C-5F5831228A05}">
      <dsp:nvSpPr>
        <dsp:cNvPr id="0" name=""/>
        <dsp:cNvSpPr/>
      </dsp:nvSpPr>
      <dsp:spPr>
        <a:xfrm>
          <a:off x="587471" y="0"/>
          <a:ext cx="6658005" cy="2895600"/>
        </a:xfrm>
        <a:prstGeom prst="rightArrow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tint val="40000"/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tint val="40000"/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tint val="40000"/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851E5CBD-1B67-4E50-B7A2-5124DAD5A579}">
      <dsp:nvSpPr>
        <dsp:cNvPr id="0" name=""/>
        <dsp:cNvSpPr/>
      </dsp:nvSpPr>
      <dsp:spPr>
        <a:xfrm>
          <a:off x="2151" y="868680"/>
          <a:ext cx="1252583" cy="1158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Biofilter: Fine Sand, Gravels &amp; Pebbles, Charcoal, Coconut Husk.</a:t>
          </a:r>
        </a:p>
      </dsp:txBody>
      <dsp:txXfrm>
        <a:off x="58692" y="925221"/>
        <a:ext cx="1139501" cy="1045158"/>
      </dsp:txXfrm>
    </dsp:sp>
    <dsp:sp modelId="{B342F5EB-2156-469B-A3F4-FE9F4A319B4B}">
      <dsp:nvSpPr>
        <dsp:cNvPr id="0" name=""/>
        <dsp:cNvSpPr/>
      </dsp:nvSpPr>
      <dsp:spPr>
        <a:xfrm>
          <a:off x="1317363" y="868680"/>
          <a:ext cx="1252583" cy="1158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Post-cleaning: Sediment filter, Carbon filters, Mineral cartridge.</a:t>
          </a:r>
        </a:p>
      </dsp:txBody>
      <dsp:txXfrm>
        <a:off x="1373904" y="925221"/>
        <a:ext cx="1139501" cy="1045158"/>
      </dsp:txXfrm>
    </dsp:sp>
    <dsp:sp modelId="{F50E3937-4075-4770-8DB6-FAE17B9B6578}">
      <dsp:nvSpPr>
        <dsp:cNvPr id="0" name=""/>
        <dsp:cNvSpPr/>
      </dsp:nvSpPr>
      <dsp:spPr>
        <a:xfrm>
          <a:off x="2632576" y="868680"/>
          <a:ext cx="1252583" cy="1158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Other: Booster pump, RO filter, UV filter, Hose pipes, pH meter.</a:t>
          </a:r>
        </a:p>
      </dsp:txBody>
      <dsp:txXfrm>
        <a:off x="2689117" y="925221"/>
        <a:ext cx="1139501" cy="1045158"/>
      </dsp:txXfrm>
    </dsp:sp>
    <dsp:sp modelId="{D78FB2AB-FA69-467F-9E97-18C5CD811225}">
      <dsp:nvSpPr>
        <dsp:cNvPr id="0" name=""/>
        <dsp:cNvSpPr/>
      </dsp:nvSpPr>
      <dsp:spPr>
        <a:xfrm>
          <a:off x="3947788" y="868680"/>
          <a:ext cx="1252583" cy="1158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Activated Carbon: Removes odour, colour, and residual chemicals.</a:t>
          </a:r>
        </a:p>
      </dsp:txBody>
      <dsp:txXfrm>
        <a:off x="4004329" y="925221"/>
        <a:ext cx="1139501" cy="1045158"/>
      </dsp:txXfrm>
    </dsp:sp>
    <dsp:sp modelId="{6E1D4CD0-58D6-4004-8EAF-BF15F7C852D5}">
      <dsp:nvSpPr>
        <dsp:cNvPr id="0" name=""/>
        <dsp:cNvSpPr/>
      </dsp:nvSpPr>
      <dsp:spPr>
        <a:xfrm>
          <a:off x="5263000" y="868680"/>
          <a:ext cx="1252583" cy="1158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UV Filter: Eliminates microorganisms ensuring safe reuse.</a:t>
          </a:r>
        </a:p>
      </dsp:txBody>
      <dsp:txXfrm>
        <a:off x="5319541" y="925221"/>
        <a:ext cx="1139501" cy="1045158"/>
      </dsp:txXfrm>
    </dsp:sp>
    <dsp:sp modelId="{97841128-1894-49CF-B0F8-DA73CB1E41F4}">
      <dsp:nvSpPr>
        <dsp:cNvPr id="0" name=""/>
        <dsp:cNvSpPr/>
      </dsp:nvSpPr>
      <dsp:spPr>
        <a:xfrm>
          <a:off x="6578213" y="868680"/>
          <a:ext cx="1252583" cy="1158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Mineral Cartridge: Improves taste and adds essential minerals.</a:t>
          </a:r>
        </a:p>
      </dsp:txBody>
      <dsp:txXfrm>
        <a:off x="6634754" y="925221"/>
        <a:ext cx="1139501" cy="10451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37C37-C295-4A49-BC92-5EC6E78ECB26}">
      <dsp:nvSpPr>
        <dsp:cNvPr id="0" name=""/>
        <dsp:cNvSpPr/>
      </dsp:nvSpPr>
      <dsp:spPr>
        <a:xfrm>
          <a:off x="1726775" y="369239"/>
          <a:ext cx="2872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282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862469" y="413370"/>
        <a:ext cx="15894" cy="3178"/>
      </dsp:txXfrm>
    </dsp:sp>
    <dsp:sp modelId="{8742A7C3-3F93-4304-BAC2-F6BBB9830297}">
      <dsp:nvSpPr>
        <dsp:cNvPr id="0" name=""/>
        <dsp:cNvSpPr/>
      </dsp:nvSpPr>
      <dsp:spPr>
        <a:xfrm>
          <a:off x="346478" y="330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3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baseline="0"/>
            <a:t>Grey water </a:t>
          </a:r>
          <a:endParaRPr lang="en-IN" sz="1300" kern="1200"/>
        </a:p>
      </dsp:txBody>
      <dsp:txXfrm>
        <a:off x="346478" y="330"/>
        <a:ext cx="1382096" cy="829258"/>
      </dsp:txXfrm>
    </dsp:sp>
    <dsp:sp modelId="{B3080E8C-FDD5-4E4E-9D92-61C5A734CA70}">
      <dsp:nvSpPr>
        <dsp:cNvPr id="0" name=""/>
        <dsp:cNvSpPr/>
      </dsp:nvSpPr>
      <dsp:spPr>
        <a:xfrm>
          <a:off x="3426754" y="369239"/>
          <a:ext cx="2872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282" y="45720"/>
              </a:lnTo>
            </a:path>
          </a:pathLst>
        </a:custGeom>
        <a:noFill/>
        <a:ln w="9525" cap="flat" cmpd="sng" algn="ctr">
          <a:solidFill>
            <a:schemeClr val="accent3">
              <a:hueOff val="-2103305"/>
              <a:satOff val="-1082"/>
              <a:lumOff val="-466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62448" y="413370"/>
        <a:ext cx="15894" cy="3178"/>
      </dsp:txXfrm>
    </dsp:sp>
    <dsp:sp modelId="{775A3BA1-3DB5-4462-B36B-0662D64C7F5E}">
      <dsp:nvSpPr>
        <dsp:cNvPr id="0" name=""/>
        <dsp:cNvSpPr/>
      </dsp:nvSpPr>
      <dsp:spPr>
        <a:xfrm>
          <a:off x="2046458" y="330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-1869604"/>
                <a:satOff val="-961"/>
                <a:lumOff val="-414"/>
                <a:alphaOff val="0"/>
                <a:tint val="92000"/>
                <a:satMod val="170000"/>
              </a:schemeClr>
            </a:gs>
            <a:gs pos="15000">
              <a:schemeClr val="accent3">
                <a:hueOff val="-1869604"/>
                <a:satOff val="-961"/>
                <a:lumOff val="-414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869604"/>
                <a:satOff val="-961"/>
                <a:lumOff val="-414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869604"/>
                <a:satOff val="-961"/>
                <a:lumOff val="-414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869604"/>
                <a:satOff val="-961"/>
                <a:lumOff val="-414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baseline="0"/>
            <a:t>Bio filter </a:t>
          </a:r>
          <a:endParaRPr lang="en-IN" sz="1300" kern="1200"/>
        </a:p>
      </dsp:txBody>
      <dsp:txXfrm>
        <a:off x="2046458" y="330"/>
        <a:ext cx="1382096" cy="829258"/>
      </dsp:txXfrm>
    </dsp:sp>
    <dsp:sp modelId="{DBDFEB5F-C67C-4784-8711-F304DCFC4B17}">
      <dsp:nvSpPr>
        <dsp:cNvPr id="0" name=""/>
        <dsp:cNvSpPr/>
      </dsp:nvSpPr>
      <dsp:spPr>
        <a:xfrm>
          <a:off x="5126733" y="369239"/>
          <a:ext cx="2872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282" y="45720"/>
              </a:lnTo>
            </a:path>
          </a:pathLst>
        </a:custGeom>
        <a:noFill/>
        <a:ln w="9525" cap="flat" cmpd="sng" algn="ctr">
          <a:solidFill>
            <a:schemeClr val="accent3">
              <a:hueOff val="-4206610"/>
              <a:satOff val="-2163"/>
              <a:lumOff val="-931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262428" y="413370"/>
        <a:ext cx="15894" cy="3178"/>
      </dsp:txXfrm>
    </dsp:sp>
    <dsp:sp modelId="{17BC7C65-A9F0-433F-89A0-0F3990DC9E27}">
      <dsp:nvSpPr>
        <dsp:cNvPr id="0" name=""/>
        <dsp:cNvSpPr/>
      </dsp:nvSpPr>
      <dsp:spPr>
        <a:xfrm>
          <a:off x="3746437" y="330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-3739209"/>
                <a:satOff val="-1923"/>
                <a:lumOff val="-828"/>
                <a:alphaOff val="0"/>
                <a:tint val="92000"/>
                <a:satMod val="170000"/>
              </a:schemeClr>
            </a:gs>
            <a:gs pos="15000">
              <a:schemeClr val="accent3">
                <a:hueOff val="-3739209"/>
                <a:satOff val="-1923"/>
                <a:lumOff val="-828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3739209"/>
                <a:satOff val="-1923"/>
                <a:lumOff val="-828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3739209"/>
                <a:satOff val="-1923"/>
                <a:lumOff val="-828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3739209"/>
                <a:satOff val="-1923"/>
                <a:lumOff val="-828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Filtered Water</a:t>
          </a:r>
          <a:endParaRPr lang="en-IN" sz="1300" kern="1200"/>
        </a:p>
      </dsp:txBody>
      <dsp:txXfrm>
        <a:off x="3746437" y="330"/>
        <a:ext cx="1382096" cy="829258"/>
      </dsp:txXfrm>
    </dsp:sp>
    <dsp:sp modelId="{9EECAFF4-838C-46B8-A389-21DBD9327444}">
      <dsp:nvSpPr>
        <dsp:cNvPr id="0" name=""/>
        <dsp:cNvSpPr/>
      </dsp:nvSpPr>
      <dsp:spPr>
        <a:xfrm>
          <a:off x="1037527" y="827788"/>
          <a:ext cx="5099937" cy="287282"/>
        </a:xfrm>
        <a:custGeom>
          <a:avLst/>
          <a:gdLst/>
          <a:ahLst/>
          <a:cxnLst/>
          <a:rect l="0" t="0" r="0" b="0"/>
          <a:pathLst>
            <a:path>
              <a:moveTo>
                <a:pt x="5099937" y="0"/>
              </a:moveTo>
              <a:lnTo>
                <a:pt x="5099937" y="160741"/>
              </a:lnTo>
              <a:lnTo>
                <a:pt x="0" y="160741"/>
              </a:lnTo>
              <a:lnTo>
                <a:pt x="0" y="287282"/>
              </a:lnTo>
            </a:path>
          </a:pathLst>
        </a:custGeom>
        <a:noFill/>
        <a:ln w="9525" cap="flat" cmpd="sng" algn="ctr">
          <a:solidFill>
            <a:schemeClr val="accent3">
              <a:hueOff val="-6309915"/>
              <a:satOff val="-3245"/>
              <a:lumOff val="-1397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459750" y="969840"/>
        <a:ext cx="255491" cy="3178"/>
      </dsp:txXfrm>
    </dsp:sp>
    <dsp:sp modelId="{5F084C20-F8D6-45E9-A672-912E680C904D}">
      <dsp:nvSpPr>
        <dsp:cNvPr id="0" name=""/>
        <dsp:cNvSpPr/>
      </dsp:nvSpPr>
      <dsp:spPr>
        <a:xfrm>
          <a:off x="5446416" y="330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-5608813"/>
                <a:satOff val="-2884"/>
                <a:lumOff val="-1242"/>
                <a:alphaOff val="0"/>
                <a:tint val="92000"/>
                <a:satMod val="170000"/>
              </a:schemeClr>
            </a:gs>
            <a:gs pos="15000">
              <a:schemeClr val="accent3">
                <a:hueOff val="-5608813"/>
                <a:satOff val="-2884"/>
                <a:lumOff val="-1242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5608813"/>
                <a:satOff val="-2884"/>
                <a:lumOff val="-1242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5608813"/>
                <a:satOff val="-2884"/>
                <a:lumOff val="-1242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5608813"/>
                <a:satOff val="-2884"/>
                <a:lumOff val="-1242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Booster Pump</a:t>
          </a:r>
          <a:endParaRPr lang="en-IN" sz="1300" kern="1200"/>
        </a:p>
      </dsp:txBody>
      <dsp:txXfrm>
        <a:off x="5446416" y="330"/>
        <a:ext cx="1382096" cy="829258"/>
      </dsp:txXfrm>
    </dsp:sp>
    <dsp:sp modelId="{7203C570-8216-4DFA-9B75-CE55F7423449}">
      <dsp:nvSpPr>
        <dsp:cNvPr id="0" name=""/>
        <dsp:cNvSpPr/>
      </dsp:nvSpPr>
      <dsp:spPr>
        <a:xfrm>
          <a:off x="1726775" y="1516379"/>
          <a:ext cx="2872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282" y="45720"/>
              </a:lnTo>
            </a:path>
          </a:pathLst>
        </a:custGeom>
        <a:noFill/>
        <a:ln w="9525" cap="flat" cmpd="sng" algn="ctr">
          <a:solidFill>
            <a:schemeClr val="accent3">
              <a:hueOff val="-8413220"/>
              <a:satOff val="-4326"/>
              <a:lumOff val="-1863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862469" y="1560510"/>
        <a:ext cx="15894" cy="3178"/>
      </dsp:txXfrm>
    </dsp:sp>
    <dsp:sp modelId="{DA6F1BDE-0F96-4A6D-9E82-BAEA2794C804}">
      <dsp:nvSpPr>
        <dsp:cNvPr id="0" name=""/>
        <dsp:cNvSpPr/>
      </dsp:nvSpPr>
      <dsp:spPr>
        <a:xfrm>
          <a:off x="346478" y="1147470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-7478418"/>
                <a:satOff val="-3845"/>
                <a:lumOff val="-1656"/>
                <a:alphaOff val="0"/>
                <a:tint val="92000"/>
                <a:satMod val="170000"/>
              </a:schemeClr>
            </a:gs>
            <a:gs pos="15000">
              <a:schemeClr val="accent3">
                <a:hueOff val="-7478418"/>
                <a:satOff val="-3845"/>
                <a:lumOff val="-1656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7478418"/>
                <a:satOff val="-3845"/>
                <a:lumOff val="-1656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7478418"/>
                <a:satOff val="-3845"/>
                <a:lumOff val="-1656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7478418"/>
                <a:satOff val="-3845"/>
                <a:lumOff val="-1656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Sedimentation Filter</a:t>
          </a:r>
          <a:endParaRPr lang="en-IN" sz="1300" kern="1200"/>
        </a:p>
      </dsp:txBody>
      <dsp:txXfrm>
        <a:off x="346478" y="1147470"/>
        <a:ext cx="1382096" cy="829258"/>
      </dsp:txXfrm>
    </dsp:sp>
    <dsp:sp modelId="{BACB183E-6FC4-43CF-AF40-AEC74920B564}">
      <dsp:nvSpPr>
        <dsp:cNvPr id="0" name=""/>
        <dsp:cNvSpPr/>
      </dsp:nvSpPr>
      <dsp:spPr>
        <a:xfrm>
          <a:off x="3426754" y="1516379"/>
          <a:ext cx="2872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282" y="45720"/>
              </a:lnTo>
            </a:path>
          </a:pathLst>
        </a:custGeom>
        <a:noFill/>
        <a:ln w="9525" cap="flat" cmpd="sng" algn="ctr">
          <a:solidFill>
            <a:schemeClr val="accent3">
              <a:hueOff val="-10516525"/>
              <a:satOff val="-5408"/>
              <a:lumOff val="-2328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62448" y="1560510"/>
        <a:ext cx="15894" cy="3178"/>
      </dsp:txXfrm>
    </dsp:sp>
    <dsp:sp modelId="{206B3804-A6B3-4A14-A081-13C86ADB9978}">
      <dsp:nvSpPr>
        <dsp:cNvPr id="0" name=""/>
        <dsp:cNvSpPr/>
      </dsp:nvSpPr>
      <dsp:spPr>
        <a:xfrm>
          <a:off x="2046458" y="1147470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-9348023"/>
                <a:satOff val="-4807"/>
                <a:lumOff val="-2069"/>
                <a:alphaOff val="0"/>
                <a:tint val="92000"/>
                <a:satMod val="170000"/>
              </a:schemeClr>
            </a:gs>
            <a:gs pos="15000">
              <a:schemeClr val="accent3">
                <a:hueOff val="-9348023"/>
                <a:satOff val="-4807"/>
                <a:lumOff val="-2069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9348023"/>
                <a:satOff val="-4807"/>
                <a:lumOff val="-2069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9348023"/>
                <a:satOff val="-4807"/>
                <a:lumOff val="-2069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9348023"/>
                <a:satOff val="-4807"/>
                <a:lumOff val="-2069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Carbon Filter</a:t>
          </a:r>
          <a:endParaRPr lang="en-IN" sz="1300" kern="1200"/>
        </a:p>
      </dsp:txBody>
      <dsp:txXfrm>
        <a:off x="2046458" y="1147470"/>
        <a:ext cx="1382096" cy="829258"/>
      </dsp:txXfrm>
    </dsp:sp>
    <dsp:sp modelId="{4376EB31-872A-4ECD-8F52-A5EA551E7213}">
      <dsp:nvSpPr>
        <dsp:cNvPr id="0" name=""/>
        <dsp:cNvSpPr/>
      </dsp:nvSpPr>
      <dsp:spPr>
        <a:xfrm>
          <a:off x="5126733" y="1516379"/>
          <a:ext cx="2872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282" y="45720"/>
              </a:lnTo>
            </a:path>
          </a:pathLst>
        </a:custGeom>
        <a:noFill/>
        <a:ln w="9525" cap="flat" cmpd="sng" algn="ctr">
          <a:solidFill>
            <a:schemeClr val="accent3">
              <a:hueOff val="-12619830"/>
              <a:satOff val="-6489"/>
              <a:lumOff val="-2794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262428" y="1560510"/>
        <a:ext cx="15894" cy="3178"/>
      </dsp:txXfrm>
    </dsp:sp>
    <dsp:sp modelId="{3AA2AE08-B2D9-49EA-AC6A-DA305F5BD6AC}">
      <dsp:nvSpPr>
        <dsp:cNvPr id="0" name=""/>
        <dsp:cNvSpPr/>
      </dsp:nvSpPr>
      <dsp:spPr>
        <a:xfrm>
          <a:off x="3746437" y="1147470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-11217627"/>
                <a:satOff val="-5768"/>
                <a:lumOff val="-2483"/>
                <a:alphaOff val="0"/>
                <a:tint val="92000"/>
                <a:satMod val="170000"/>
              </a:schemeClr>
            </a:gs>
            <a:gs pos="15000">
              <a:schemeClr val="accent3">
                <a:hueOff val="-11217627"/>
                <a:satOff val="-5768"/>
                <a:lumOff val="-2483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1217627"/>
                <a:satOff val="-5768"/>
                <a:lumOff val="-2483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1217627"/>
                <a:satOff val="-5768"/>
                <a:lumOff val="-2483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1217627"/>
                <a:satOff val="-5768"/>
                <a:lumOff val="-2483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Mineral Cartridge Filter</a:t>
          </a:r>
          <a:endParaRPr lang="en-IN" sz="1300" kern="1200"/>
        </a:p>
      </dsp:txBody>
      <dsp:txXfrm>
        <a:off x="3746437" y="1147470"/>
        <a:ext cx="1382096" cy="829258"/>
      </dsp:txXfrm>
    </dsp:sp>
    <dsp:sp modelId="{183E8ACC-858B-4233-A6CE-D6BDCB1E349D}">
      <dsp:nvSpPr>
        <dsp:cNvPr id="0" name=""/>
        <dsp:cNvSpPr/>
      </dsp:nvSpPr>
      <dsp:spPr>
        <a:xfrm>
          <a:off x="1037527" y="1974929"/>
          <a:ext cx="5099937" cy="287282"/>
        </a:xfrm>
        <a:custGeom>
          <a:avLst/>
          <a:gdLst/>
          <a:ahLst/>
          <a:cxnLst/>
          <a:rect l="0" t="0" r="0" b="0"/>
          <a:pathLst>
            <a:path>
              <a:moveTo>
                <a:pt x="5099937" y="0"/>
              </a:moveTo>
              <a:lnTo>
                <a:pt x="5099937" y="160741"/>
              </a:lnTo>
              <a:lnTo>
                <a:pt x="0" y="160741"/>
              </a:lnTo>
              <a:lnTo>
                <a:pt x="0" y="287282"/>
              </a:lnTo>
            </a:path>
          </a:pathLst>
        </a:custGeom>
        <a:noFill/>
        <a:ln w="9525" cap="flat" cmpd="sng" algn="ctr">
          <a:solidFill>
            <a:schemeClr val="accent3">
              <a:hueOff val="-14723135"/>
              <a:satOff val="-7571"/>
              <a:lumOff val="-3259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459750" y="2116980"/>
        <a:ext cx="255491" cy="3178"/>
      </dsp:txXfrm>
    </dsp:sp>
    <dsp:sp modelId="{4F582DA6-2632-46CE-A216-72B6D03BC31C}">
      <dsp:nvSpPr>
        <dsp:cNvPr id="0" name=""/>
        <dsp:cNvSpPr/>
      </dsp:nvSpPr>
      <dsp:spPr>
        <a:xfrm>
          <a:off x="5446416" y="1147470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-13087232"/>
                <a:satOff val="-6729"/>
                <a:lumOff val="-2897"/>
                <a:alphaOff val="0"/>
                <a:tint val="92000"/>
                <a:satMod val="170000"/>
              </a:schemeClr>
            </a:gs>
            <a:gs pos="15000">
              <a:schemeClr val="accent3">
                <a:hueOff val="-13087232"/>
                <a:satOff val="-6729"/>
                <a:lumOff val="-2897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3087232"/>
                <a:satOff val="-6729"/>
                <a:lumOff val="-2897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3087232"/>
                <a:satOff val="-6729"/>
                <a:lumOff val="-2897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3087232"/>
                <a:satOff val="-6729"/>
                <a:lumOff val="-2897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RO Filter</a:t>
          </a:r>
          <a:endParaRPr lang="en-IN" sz="1300" kern="1200"/>
        </a:p>
      </dsp:txBody>
      <dsp:txXfrm>
        <a:off x="5446416" y="1147470"/>
        <a:ext cx="1382096" cy="829258"/>
      </dsp:txXfrm>
    </dsp:sp>
    <dsp:sp modelId="{04CEF989-80BC-459C-823C-12E50AB1BB4C}">
      <dsp:nvSpPr>
        <dsp:cNvPr id="0" name=""/>
        <dsp:cNvSpPr/>
      </dsp:nvSpPr>
      <dsp:spPr>
        <a:xfrm>
          <a:off x="1726775" y="2663520"/>
          <a:ext cx="2872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282" y="45720"/>
              </a:lnTo>
            </a:path>
          </a:pathLst>
        </a:custGeom>
        <a:noFill/>
        <a:ln w="9525" cap="flat" cmpd="sng" algn="ctr">
          <a:solidFill>
            <a:schemeClr val="accent3">
              <a:hueOff val="-16826440"/>
              <a:satOff val="-8652"/>
              <a:lumOff val="-3725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862469" y="2707650"/>
        <a:ext cx="15894" cy="3178"/>
      </dsp:txXfrm>
    </dsp:sp>
    <dsp:sp modelId="{84A33C32-86D4-4B0F-A682-B67F9F706831}">
      <dsp:nvSpPr>
        <dsp:cNvPr id="0" name=""/>
        <dsp:cNvSpPr/>
      </dsp:nvSpPr>
      <dsp:spPr>
        <a:xfrm>
          <a:off x="346478" y="2294611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-14956836"/>
                <a:satOff val="-7691"/>
                <a:lumOff val="-3311"/>
                <a:alphaOff val="0"/>
                <a:tint val="92000"/>
                <a:satMod val="170000"/>
              </a:schemeClr>
            </a:gs>
            <a:gs pos="15000">
              <a:schemeClr val="accent3">
                <a:hueOff val="-14956836"/>
                <a:satOff val="-7691"/>
                <a:lumOff val="-3311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4956836"/>
                <a:satOff val="-7691"/>
                <a:lumOff val="-3311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4956836"/>
                <a:satOff val="-7691"/>
                <a:lumOff val="-3311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4956836"/>
                <a:satOff val="-7691"/>
                <a:lumOff val="-3311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UV Filter</a:t>
          </a:r>
          <a:endParaRPr lang="en-IN" sz="1300" kern="1200"/>
        </a:p>
      </dsp:txBody>
      <dsp:txXfrm>
        <a:off x="346478" y="2294611"/>
        <a:ext cx="1382096" cy="829258"/>
      </dsp:txXfrm>
    </dsp:sp>
    <dsp:sp modelId="{76F2C510-91FC-4FA1-B304-A2A47B08E843}">
      <dsp:nvSpPr>
        <dsp:cNvPr id="0" name=""/>
        <dsp:cNvSpPr/>
      </dsp:nvSpPr>
      <dsp:spPr>
        <a:xfrm>
          <a:off x="2046458" y="2294611"/>
          <a:ext cx="1382096" cy="829258"/>
        </a:xfrm>
        <a:prstGeom prst="rect">
          <a:avLst/>
        </a:prstGeom>
        <a:gradFill rotWithShape="0">
          <a:gsLst>
            <a:gs pos="0">
              <a:schemeClr val="accent3">
                <a:hueOff val="-16826440"/>
                <a:satOff val="-8652"/>
                <a:lumOff val="-3725"/>
                <a:alphaOff val="0"/>
                <a:tint val="92000"/>
                <a:satMod val="170000"/>
              </a:schemeClr>
            </a:gs>
            <a:gs pos="15000">
              <a:schemeClr val="accent3">
                <a:hueOff val="-16826440"/>
                <a:satOff val="-8652"/>
                <a:lumOff val="-3725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6826440"/>
                <a:satOff val="-8652"/>
                <a:lumOff val="-3725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6826440"/>
                <a:satOff val="-8652"/>
                <a:lumOff val="-3725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6826440"/>
                <a:satOff val="-8652"/>
                <a:lumOff val="-3725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Purified Water</a:t>
          </a:r>
          <a:endParaRPr lang="en-IN" sz="1300" kern="1200" dirty="0"/>
        </a:p>
      </dsp:txBody>
      <dsp:txXfrm>
        <a:off x="2046458" y="2294611"/>
        <a:ext cx="1382096" cy="8292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CD331-9179-40EC-A4E7-7BC0F496D007}">
      <dsp:nvSpPr>
        <dsp:cNvPr id="0" name=""/>
        <dsp:cNvSpPr/>
      </dsp:nvSpPr>
      <dsp:spPr>
        <a:xfrm>
          <a:off x="0" y="802652"/>
          <a:ext cx="1840778" cy="1840809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2">
                <a:alpha val="50000"/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2">
                <a:alpha val="50000"/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1.Residential: Toilet flushing, irrigation.</a:t>
          </a:r>
          <a:endParaRPr lang="en-IN" sz="1400" kern="1200" dirty="0"/>
        </a:p>
      </dsp:txBody>
      <dsp:txXfrm>
        <a:off x="269576" y="1072232"/>
        <a:ext cx="1301626" cy="1301649"/>
      </dsp:txXfrm>
    </dsp:sp>
    <dsp:sp modelId="{CA8A816E-FD6D-46BA-9EBD-F435BF7D1F6F}">
      <dsp:nvSpPr>
        <dsp:cNvPr id="0" name=""/>
        <dsp:cNvSpPr/>
      </dsp:nvSpPr>
      <dsp:spPr>
        <a:xfrm>
          <a:off x="942508" y="2157138"/>
          <a:ext cx="1840778" cy="1840809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3168141"/>
                <a:satOff val="-6114"/>
                <a:lumOff val="-785"/>
                <a:alphaOff val="0"/>
                <a:tint val="92000"/>
                <a:satMod val="170000"/>
              </a:schemeClr>
            </a:gs>
            <a:gs pos="15000">
              <a:schemeClr val="accent2">
                <a:alpha val="50000"/>
                <a:hueOff val="3168141"/>
                <a:satOff val="-6114"/>
                <a:lumOff val="-785"/>
                <a:alphaOff val="0"/>
                <a:tint val="92000"/>
                <a:shade val="99000"/>
                <a:satMod val="170000"/>
              </a:schemeClr>
            </a:gs>
            <a:gs pos="62000">
              <a:schemeClr val="accent2">
                <a:alpha val="50000"/>
                <a:hueOff val="3168141"/>
                <a:satOff val="-6114"/>
                <a:lumOff val="-785"/>
                <a:alphaOff val="0"/>
                <a:tint val="96000"/>
                <a:shade val="80000"/>
                <a:satMod val="170000"/>
              </a:schemeClr>
            </a:gs>
            <a:gs pos="97000">
              <a:schemeClr val="accent2">
                <a:alpha val="50000"/>
                <a:hueOff val="3168141"/>
                <a:satOff val="-6114"/>
                <a:lumOff val="-785"/>
                <a:alphaOff val="0"/>
                <a:tint val="98000"/>
                <a:shade val="63000"/>
                <a:satMod val="170000"/>
              </a:schemeClr>
            </a:gs>
            <a:gs pos="100000">
              <a:schemeClr val="accent2">
                <a:alpha val="50000"/>
                <a:hueOff val="3168141"/>
                <a:satOff val="-6114"/>
                <a:lumOff val="-785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2.Commercial: Offices, hotels, schools.</a:t>
          </a:r>
          <a:endParaRPr lang="en-IN" sz="1400" kern="1200" dirty="0"/>
        </a:p>
      </dsp:txBody>
      <dsp:txXfrm>
        <a:off x="1212084" y="2426718"/>
        <a:ext cx="1301626" cy="1301649"/>
      </dsp:txXfrm>
    </dsp:sp>
    <dsp:sp modelId="{0DED804D-67CC-4512-A99A-824C42AF37BE}">
      <dsp:nvSpPr>
        <dsp:cNvPr id="0" name=""/>
        <dsp:cNvSpPr/>
      </dsp:nvSpPr>
      <dsp:spPr>
        <a:xfrm>
          <a:off x="1885767" y="802652"/>
          <a:ext cx="1840778" cy="1840809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6336281"/>
                <a:satOff val="-12229"/>
                <a:lumOff val="-1570"/>
                <a:alphaOff val="0"/>
                <a:tint val="92000"/>
                <a:satMod val="170000"/>
              </a:schemeClr>
            </a:gs>
            <a:gs pos="15000">
              <a:schemeClr val="accent2">
                <a:alpha val="50000"/>
                <a:hueOff val="6336281"/>
                <a:satOff val="-12229"/>
                <a:lumOff val="-1570"/>
                <a:alphaOff val="0"/>
                <a:tint val="92000"/>
                <a:shade val="99000"/>
                <a:satMod val="170000"/>
              </a:schemeClr>
            </a:gs>
            <a:gs pos="62000">
              <a:schemeClr val="accent2">
                <a:alpha val="50000"/>
                <a:hueOff val="6336281"/>
                <a:satOff val="-12229"/>
                <a:lumOff val="-1570"/>
                <a:alphaOff val="0"/>
                <a:tint val="96000"/>
                <a:shade val="80000"/>
                <a:satMod val="170000"/>
              </a:schemeClr>
            </a:gs>
            <a:gs pos="97000">
              <a:schemeClr val="accent2">
                <a:alpha val="50000"/>
                <a:hueOff val="6336281"/>
                <a:satOff val="-12229"/>
                <a:lumOff val="-157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2">
                <a:alpha val="50000"/>
                <a:hueOff val="6336281"/>
                <a:satOff val="-12229"/>
                <a:lumOff val="-157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3.Industrial: Process water reuse.</a:t>
          </a:r>
          <a:endParaRPr lang="en-IN" sz="1400" kern="1200" dirty="0"/>
        </a:p>
      </dsp:txBody>
      <dsp:txXfrm>
        <a:off x="2155343" y="1072232"/>
        <a:ext cx="1301626" cy="1301649"/>
      </dsp:txXfrm>
    </dsp:sp>
    <dsp:sp modelId="{72EB0012-13AA-4DC3-A486-B35226AF1713}">
      <dsp:nvSpPr>
        <dsp:cNvPr id="0" name=""/>
        <dsp:cNvSpPr/>
      </dsp:nvSpPr>
      <dsp:spPr>
        <a:xfrm>
          <a:off x="2828275" y="2157138"/>
          <a:ext cx="1840778" cy="1840809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9504422"/>
                <a:satOff val="-18343"/>
                <a:lumOff val="-2355"/>
                <a:alphaOff val="0"/>
                <a:tint val="92000"/>
                <a:satMod val="170000"/>
              </a:schemeClr>
            </a:gs>
            <a:gs pos="15000">
              <a:schemeClr val="accent2">
                <a:alpha val="50000"/>
                <a:hueOff val="9504422"/>
                <a:satOff val="-18343"/>
                <a:lumOff val="-2355"/>
                <a:alphaOff val="0"/>
                <a:tint val="92000"/>
                <a:shade val="99000"/>
                <a:satMod val="170000"/>
              </a:schemeClr>
            </a:gs>
            <a:gs pos="62000">
              <a:schemeClr val="accent2">
                <a:alpha val="50000"/>
                <a:hueOff val="9504422"/>
                <a:satOff val="-18343"/>
                <a:lumOff val="-2355"/>
                <a:alphaOff val="0"/>
                <a:tint val="96000"/>
                <a:shade val="80000"/>
                <a:satMod val="170000"/>
              </a:schemeClr>
            </a:gs>
            <a:gs pos="97000">
              <a:schemeClr val="accent2">
                <a:alpha val="50000"/>
                <a:hueOff val="9504422"/>
                <a:satOff val="-18343"/>
                <a:lumOff val="-2355"/>
                <a:alphaOff val="0"/>
                <a:tint val="98000"/>
                <a:shade val="63000"/>
                <a:satMod val="170000"/>
              </a:schemeClr>
            </a:gs>
            <a:gs pos="100000">
              <a:schemeClr val="accent2">
                <a:alpha val="50000"/>
                <a:hueOff val="9504422"/>
                <a:satOff val="-18343"/>
                <a:lumOff val="-2355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4.Agricultural: Irrigation for crops.</a:t>
          </a:r>
          <a:endParaRPr lang="en-IN" sz="1400" kern="1200" dirty="0"/>
        </a:p>
      </dsp:txBody>
      <dsp:txXfrm>
        <a:off x="3097851" y="2426718"/>
        <a:ext cx="1301626" cy="1301649"/>
      </dsp:txXfrm>
    </dsp:sp>
    <dsp:sp modelId="{0A841855-BEA8-43FE-ADF6-74ABB3CE2E26}">
      <dsp:nvSpPr>
        <dsp:cNvPr id="0" name=""/>
        <dsp:cNvSpPr/>
      </dsp:nvSpPr>
      <dsp:spPr>
        <a:xfrm>
          <a:off x="3771534" y="802652"/>
          <a:ext cx="1840778" cy="1840809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12672563"/>
                <a:satOff val="-24457"/>
                <a:lumOff val="-3140"/>
                <a:alphaOff val="0"/>
                <a:tint val="92000"/>
                <a:satMod val="170000"/>
              </a:schemeClr>
            </a:gs>
            <a:gs pos="15000">
              <a:schemeClr val="accent2">
                <a:alpha val="50000"/>
                <a:hueOff val="12672563"/>
                <a:satOff val="-24457"/>
                <a:lumOff val="-3140"/>
                <a:alphaOff val="0"/>
                <a:tint val="92000"/>
                <a:shade val="99000"/>
                <a:satMod val="170000"/>
              </a:schemeClr>
            </a:gs>
            <a:gs pos="62000">
              <a:schemeClr val="accent2">
                <a:alpha val="50000"/>
                <a:hueOff val="12672563"/>
                <a:satOff val="-24457"/>
                <a:lumOff val="-3140"/>
                <a:alphaOff val="0"/>
                <a:tint val="96000"/>
                <a:shade val="80000"/>
                <a:satMod val="170000"/>
              </a:schemeClr>
            </a:gs>
            <a:gs pos="97000">
              <a:schemeClr val="accent2">
                <a:alpha val="50000"/>
                <a:hueOff val="12672563"/>
                <a:satOff val="-24457"/>
                <a:lumOff val="-314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2">
                <a:alpha val="50000"/>
                <a:hueOff val="12672563"/>
                <a:satOff val="-24457"/>
                <a:lumOff val="-314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5,Water-scarce regions: Alternative source.</a:t>
          </a:r>
          <a:endParaRPr lang="en-IN" sz="1400" kern="1200" dirty="0"/>
        </a:p>
      </dsp:txBody>
      <dsp:txXfrm>
        <a:off x="4041110" y="1072232"/>
        <a:ext cx="1301626" cy="1301649"/>
      </dsp:txXfrm>
    </dsp:sp>
    <dsp:sp modelId="{F10E084B-1FAC-4B04-AE10-5D97042FD949}">
      <dsp:nvSpPr>
        <dsp:cNvPr id="0" name=""/>
        <dsp:cNvSpPr/>
      </dsp:nvSpPr>
      <dsp:spPr>
        <a:xfrm>
          <a:off x="4714042" y="2157138"/>
          <a:ext cx="1840778" cy="1840809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15840703"/>
                <a:satOff val="-30572"/>
                <a:lumOff val="-3925"/>
                <a:alphaOff val="0"/>
                <a:tint val="92000"/>
                <a:satMod val="170000"/>
              </a:schemeClr>
            </a:gs>
            <a:gs pos="15000">
              <a:schemeClr val="accent2">
                <a:alpha val="50000"/>
                <a:hueOff val="15840703"/>
                <a:satOff val="-30572"/>
                <a:lumOff val="-3925"/>
                <a:alphaOff val="0"/>
                <a:tint val="92000"/>
                <a:shade val="99000"/>
                <a:satMod val="170000"/>
              </a:schemeClr>
            </a:gs>
            <a:gs pos="62000">
              <a:schemeClr val="accent2">
                <a:alpha val="50000"/>
                <a:hueOff val="15840703"/>
                <a:satOff val="-30572"/>
                <a:lumOff val="-3925"/>
                <a:alphaOff val="0"/>
                <a:tint val="96000"/>
                <a:shade val="80000"/>
                <a:satMod val="170000"/>
              </a:schemeClr>
            </a:gs>
            <a:gs pos="97000">
              <a:schemeClr val="accent2">
                <a:alpha val="50000"/>
                <a:hueOff val="15840703"/>
                <a:satOff val="-30572"/>
                <a:lumOff val="-3925"/>
                <a:alphaOff val="0"/>
                <a:tint val="98000"/>
                <a:shade val="63000"/>
                <a:satMod val="170000"/>
              </a:schemeClr>
            </a:gs>
            <a:gs pos="100000">
              <a:schemeClr val="accent2">
                <a:alpha val="50000"/>
                <a:hueOff val="15840703"/>
                <a:satOff val="-30572"/>
                <a:lumOff val="-3925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6.Greywater reuse is ideal for regions facing frequent droughts.</a:t>
          </a:r>
          <a:endParaRPr lang="en-IN" sz="1400" kern="1200" dirty="0"/>
        </a:p>
      </dsp:txBody>
      <dsp:txXfrm>
        <a:off x="4983618" y="2426718"/>
        <a:ext cx="1301626" cy="1301649"/>
      </dsp:txXfrm>
    </dsp:sp>
    <dsp:sp modelId="{B984E7AD-7938-496D-B1F9-71BBBA6D25C6}">
      <dsp:nvSpPr>
        <dsp:cNvPr id="0" name=""/>
        <dsp:cNvSpPr/>
      </dsp:nvSpPr>
      <dsp:spPr>
        <a:xfrm>
          <a:off x="5657301" y="802652"/>
          <a:ext cx="1840778" cy="1840809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19008843"/>
                <a:satOff val="-36686"/>
                <a:lumOff val="-4710"/>
                <a:alphaOff val="0"/>
                <a:tint val="92000"/>
                <a:satMod val="170000"/>
              </a:schemeClr>
            </a:gs>
            <a:gs pos="15000">
              <a:schemeClr val="accent2">
                <a:alpha val="50000"/>
                <a:hueOff val="19008843"/>
                <a:satOff val="-36686"/>
                <a:lumOff val="-4710"/>
                <a:alphaOff val="0"/>
                <a:tint val="92000"/>
                <a:shade val="99000"/>
                <a:satMod val="170000"/>
              </a:schemeClr>
            </a:gs>
            <a:gs pos="62000">
              <a:schemeClr val="accent2">
                <a:alpha val="50000"/>
                <a:hueOff val="19008843"/>
                <a:satOff val="-36686"/>
                <a:lumOff val="-4710"/>
                <a:alphaOff val="0"/>
                <a:tint val="96000"/>
                <a:shade val="80000"/>
                <a:satMod val="170000"/>
              </a:schemeClr>
            </a:gs>
            <a:gs pos="97000">
              <a:schemeClr val="accent2">
                <a:alpha val="50000"/>
                <a:hueOff val="19008843"/>
                <a:satOff val="-36686"/>
                <a:lumOff val="-471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2">
                <a:alpha val="50000"/>
                <a:hueOff val="19008843"/>
                <a:satOff val="-36686"/>
                <a:lumOff val="-471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7.Helps in reducing municipal water supply load by up to 50%.</a:t>
          </a:r>
          <a:endParaRPr lang="en-IN" sz="1400" kern="1200" dirty="0"/>
        </a:p>
      </dsp:txBody>
      <dsp:txXfrm>
        <a:off x="5926877" y="1072232"/>
        <a:ext cx="1301626" cy="1301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B9097-E85D-4CF8-9255-9935DE0993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0DD7B-3341-4CAB-AE1D-CE18F97B84E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838200"/>
            <a:ext cx="7391400" cy="365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1</a:t>
            </a:r>
            <a:r>
              <a:rPr lang="en-US" sz="3200" b="1" baseline="30000" dirty="0"/>
              <a:t>st</a:t>
            </a:r>
            <a:r>
              <a:rPr lang="en-US" sz="3200" b="1" dirty="0"/>
              <a:t> National Conference on Sustainable Civil Engineering &amp; Geospatial Technologies: Materials &amp; Innovations for Climate Resilience</a:t>
            </a:r>
            <a:br>
              <a:rPr lang="en-US" sz="3200" b="1" dirty="0"/>
            </a:br>
            <a:r>
              <a:rPr lang="en-US" sz="3200" b="1" dirty="0"/>
              <a:t>(NCRT-SCE 2026)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2800" b="1" dirty="0"/>
              <a:t> </a:t>
            </a:r>
            <a:r>
              <a:rPr lang="en-US" sz="2800" b="1" dirty="0">
                <a:solidFill>
                  <a:srgbClr val="0070C0"/>
                </a:solidFill>
              </a:rPr>
              <a:t>Buddha Institute of  Technology </a:t>
            </a:r>
            <a:br>
              <a:rPr lang="en-US" sz="28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GIDA, Gorakhpur </a:t>
            </a:r>
            <a:br>
              <a:rPr lang="en-US" sz="2800" b="1" dirty="0">
                <a:solidFill>
                  <a:srgbClr val="0070C0"/>
                </a:solidFill>
              </a:rPr>
            </a:br>
            <a:br>
              <a:rPr lang="en-US" sz="2800" dirty="0"/>
            </a:br>
            <a:r>
              <a:rPr lang="en-US" sz="2800" dirty="0"/>
              <a:t> </a:t>
            </a:r>
            <a:r>
              <a:rPr lang="en-IN" sz="2800" b="1" dirty="0"/>
              <a:t>Date of Conference: 15</a:t>
            </a:r>
            <a:r>
              <a:rPr lang="en-IN" sz="2800" b="1" baseline="30000" dirty="0"/>
              <a:t>th</a:t>
            </a:r>
            <a:r>
              <a:rPr lang="en-IN" sz="2800" b="1" dirty="0"/>
              <a:t> – 16</a:t>
            </a:r>
            <a:r>
              <a:rPr lang="en-IN" sz="2800" b="1" baseline="30000" dirty="0"/>
              <a:t>th</a:t>
            </a:r>
            <a:r>
              <a:rPr lang="en-IN" sz="2800" b="1" dirty="0"/>
              <a:t> April 2026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644242"/>
            <a:ext cx="8915400" cy="765958"/>
          </a:xfrm>
        </p:spPr>
        <p:txBody>
          <a:bodyPr>
            <a:normAutofit fontScale="77500" lnSpcReduction="20000"/>
          </a:bodyPr>
          <a:lstStyle/>
          <a:p>
            <a:r>
              <a:rPr lang="en-IN" altLang="en-US" b="1" dirty="0">
                <a:solidFill>
                  <a:schemeClr val="tx1"/>
                </a:solidFill>
              </a:rPr>
              <a:t>                        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Fabrication of Grey Water Filter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(JALRAKSHAK BIOPURE)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600" y="533400"/>
            <a:ext cx="1610544" cy="1451759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5739745" y="5638800"/>
            <a:ext cx="3258912" cy="1028700"/>
          </a:xfrm>
          <a:prstGeom prst="rect">
            <a:avLst/>
          </a:prstGeom>
        </p:spPr>
        <p:txBody>
          <a:bodyPr tIns="0">
            <a:normAutofit fontScale="25000" lnSpcReduction="20000"/>
          </a:bodyPr>
          <a:lstStyle/>
          <a:p>
            <a:pPr marL="27432" algn="ctr"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IN" alt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Presented by </a:t>
            </a:r>
            <a:r>
              <a:rPr lang="en-I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Sarvesh Singh </a:t>
            </a:r>
          </a:p>
          <a:p>
            <a:pPr marL="27432" algn="ctr"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I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Roll no. -     2305250009012</a:t>
            </a:r>
            <a:endParaRPr lang="en-US" alt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" algn="ctr"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Civil engineering 4</a:t>
            </a:r>
            <a:r>
              <a:rPr lang="en-US" sz="7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</a:t>
            </a:r>
            <a:endParaRPr kumimoji="0" lang="en-US" sz="4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hade val="30000"/>
                  <a:satMod val="1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ECAB2-53C7-B13C-35FB-54FE3DA2999E}"/>
              </a:ext>
            </a:extLst>
          </p:cNvPr>
          <p:cNvSpPr txBox="1"/>
          <p:nvPr/>
        </p:nvSpPr>
        <p:spPr>
          <a:xfrm>
            <a:off x="1839144" y="5558135"/>
            <a:ext cx="2367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Pratish Kannaujiya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25E9E-7E20-24A0-4421-8B047E971632}"/>
              </a:ext>
            </a:extLst>
          </p:cNvPr>
          <p:cNvSpPr txBox="1"/>
          <p:nvPr/>
        </p:nvSpPr>
        <p:spPr>
          <a:xfrm>
            <a:off x="2819400" y="6453317"/>
            <a:ext cx="511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Civil Engineering, BIT Gorakhpur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4800"/>
            <a:ext cx="7406640" cy="78310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Contents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62100"/>
            <a:ext cx="7406640" cy="37338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Problem Statement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Objectives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Literature Survey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Proposed Solution / Methodology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Results &amp; Analysis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Conclusion &amp; Future Work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Acknowledgements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References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38869"/>
            <a:ext cx="1563130" cy="14090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Introduction</a:t>
            </a:r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1C44984-10C4-4BF1-4635-CB0E382415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1280376"/>
              </p:ext>
            </p:extLst>
          </p:nvPr>
        </p:nvGraphicFramePr>
        <p:xfrm>
          <a:off x="609600" y="1538790"/>
          <a:ext cx="5661247" cy="4764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ECF019B1-2839-B203-670D-ED3B69DD48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3844618"/>
              </p:ext>
            </p:extLst>
          </p:nvPr>
        </p:nvGraphicFramePr>
        <p:xfrm>
          <a:off x="5943600" y="2519841"/>
          <a:ext cx="2438400" cy="297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EC898-EE25-57C1-C86E-A59D0912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59E3-8475-1EA1-7A22-69F2989E0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Problem Statement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4852E5C-716B-BC93-0721-0EAC9F8C76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1391331"/>
              </p:ext>
            </p:extLst>
          </p:nvPr>
        </p:nvGraphicFramePr>
        <p:xfrm>
          <a:off x="-533400" y="1542000"/>
          <a:ext cx="10934700" cy="377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17010BF-24AE-04E9-FE2F-B87EF594EC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A00C-D026-1CBE-7D43-6F350EBB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CA94-A1B7-679A-593A-58BB6FBC0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Objectives</a:t>
            </a:r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0DED9E4-E969-2558-BD90-4650929E43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6001722"/>
              </p:ext>
            </p:extLst>
          </p:nvPr>
        </p:nvGraphicFramePr>
        <p:xfrm>
          <a:off x="1463452" y="1905000"/>
          <a:ext cx="740664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E891B4D-0338-375B-20C5-A4A95F220A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0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FB5E-3E34-BFF7-7088-83E6CF88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B080-8A67-B3F4-33DF-42350D960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Literature Survey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B8BDB4A-AC1A-3956-2824-6D370D199A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72214"/>
              </p:ext>
            </p:extLst>
          </p:nvPr>
        </p:nvGraphicFramePr>
        <p:xfrm>
          <a:off x="1219612" y="1559999"/>
          <a:ext cx="7695788" cy="4871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DFC313E-27A5-D813-EABF-EA41B429FF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3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F862-0CBA-114F-E733-1FA3A2D4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8DD1-FE8B-FCFF-6BF2-68D75DFC6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8"/>
            <a:ext cx="7832948" cy="1326051"/>
          </a:xfrm>
        </p:spPr>
        <p:txBody>
          <a:bodyPr>
            <a:noAutofit/>
          </a:bodyPr>
          <a:lstStyle/>
          <a:p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Proposed Solution </a:t>
            </a:r>
            <a:br>
              <a:rPr lang="en-US" sz="4400" dirty="0">
                <a:solidFill>
                  <a:schemeClr val="tx2">
                    <a:lumMod val="75000"/>
                  </a:schemeClr>
                </a:solidFill>
              </a:rPr>
            </a:b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D95F1B-B7B2-FD40-0E62-CAACBE0BBE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776909"/>
              </p:ext>
            </p:extLst>
          </p:nvPr>
        </p:nvGraphicFramePr>
        <p:xfrm>
          <a:off x="1158652" y="1371600"/>
          <a:ext cx="7832948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992DDD7-5100-04B4-067E-5143259705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  <p:pic>
        <p:nvPicPr>
          <p:cNvPr id="9" name="Image 48">
            <a:extLst>
              <a:ext uri="{FF2B5EF4-FFF2-40B4-BE49-F238E27FC236}">
                <a16:creationId xmlns:a16="http://schemas.microsoft.com/office/drawing/2014/main" id="{1338AB55-A0F6-1E25-E9CA-263596FA3364}"/>
              </a:ext>
            </a:extLst>
          </p:cNvPr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58653" y="3726352"/>
            <a:ext cx="4937348" cy="2971800"/>
          </a:xfrm>
          <a:prstGeom prst="rect">
            <a:avLst/>
          </a:prstGeom>
        </p:spPr>
      </p:pic>
      <p:pic>
        <p:nvPicPr>
          <p:cNvPr id="10" name="Image 46">
            <a:extLst>
              <a:ext uri="{FF2B5EF4-FFF2-40B4-BE49-F238E27FC236}">
                <a16:creationId xmlns:a16="http://schemas.microsoft.com/office/drawing/2014/main" id="{5C1678F6-35DC-EED1-755D-B765E74EEE46}"/>
              </a:ext>
            </a:extLst>
          </p:cNvPr>
          <p:cNvPicPr>
            <a:picLocks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248401" y="4188777"/>
            <a:ext cx="2514600" cy="250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7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0B98-C79A-7BFB-A45A-E5950E67B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Methodology</a:t>
            </a:r>
            <a:endParaRPr lang="en-IN" dirty="0"/>
          </a:p>
        </p:txBody>
      </p:sp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7852D6A3-0F09-60E7-E53D-4F61F40EA0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9794096"/>
              </p:ext>
            </p:extLst>
          </p:nvPr>
        </p:nvGraphicFramePr>
        <p:xfrm>
          <a:off x="1437537" y="3471055"/>
          <a:ext cx="7174992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E7FE2D6-5C3F-A57E-315B-742D395FB694}"/>
              </a:ext>
            </a:extLst>
          </p:cNvPr>
          <p:cNvSpPr txBox="1"/>
          <p:nvPr/>
        </p:nvSpPr>
        <p:spPr>
          <a:xfrm>
            <a:off x="1375767" y="1168062"/>
            <a:ext cx="8001000" cy="2031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greywater sample. 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Biofilter with multiple layers.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water through booster pump and filters (sediment, carbon, mineral).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treatment with RO and UV filters. 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 before and after treatment.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Biofilter acts as first stage removing large particles and improving clarity.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flow through filters ensures progressive water quality improvement.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ED14C6C-E095-37A7-D125-F2759FDD1B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4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E806-6E3F-D641-CC45-C096B45A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5EF1-F5B9-B995-EEB0-94A429489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Results &amp;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9704A-45E0-7FBC-F514-3353D27C1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600" y="1560000"/>
            <a:ext cx="8153400" cy="4871450"/>
          </a:xfrm>
        </p:spPr>
        <p:txBody>
          <a:bodyPr>
            <a:normAutofit fontScale="70000" lnSpcReduction="20000"/>
          </a:bodyPr>
          <a:lstStyle/>
          <a:p>
            <a:pPr marL="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/>
              <a:t>The filtration system significantly improved the overall quality of greywater</a:t>
            </a:r>
            <a:endParaRPr lang="en-IN" sz="2800" dirty="0"/>
          </a:p>
          <a:p>
            <a:pPr marL="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Turbidity reduced from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5.8 NTU to 6.5 NTU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water visibly clearer.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TDS decreased from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950 mg/L to 480 mg/L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reduced dissolved impurities.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 stabilized from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6.83 to 7.05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reaching a neutral and safe range.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 dropped from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 mg/L to 25 mg/L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showing lower organic pollution.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 reduced from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280 mg/L to 65 mg/L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confirming effective removal of contaminants.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treated water became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clear, odorless, and safe for non-potable uses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gardening, toilet flushing, and general cleaning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proved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efficient, reliable, and effective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greywater treatment.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C6859-FD29-DDAF-31EA-4CFA05E37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5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EB7F6A-A168-CBE8-1CE0-497C346C710F}"/>
              </a:ext>
            </a:extLst>
          </p:cNvPr>
          <p:cNvSpPr txBox="1"/>
          <p:nvPr/>
        </p:nvSpPr>
        <p:spPr>
          <a:xfrm>
            <a:off x="762000" y="457200"/>
            <a:ext cx="678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improved closer to neutral after complete filtration.</a:t>
            </a:r>
          </a:p>
          <a:p>
            <a:pPr marL="285750" indent="-285750" algn="ctr">
              <a:buFont typeface="Wingdings" panose="05000000000000000000" pitchFamily="2" charset="2"/>
              <a:buChar char="Ø"/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representation shows improvement in ph.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179936-F6E9-0476-E9BE-5C20F00EB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907650"/>
              </p:ext>
            </p:extLst>
          </p:nvPr>
        </p:nvGraphicFramePr>
        <p:xfrm>
          <a:off x="1600200" y="1371600"/>
          <a:ext cx="6781800" cy="213877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56086">
                  <a:extLst>
                    <a:ext uri="{9D8B030D-6E8A-4147-A177-3AD203B41FA5}">
                      <a16:colId xmlns:a16="http://schemas.microsoft.com/office/drawing/2014/main" val="2498914738"/>
                    </a:ext>
                  </a:extLst>
                </a:gridCol>
                <a:gridCol w="3204301">
                  <a:extLst>
                    <a:ext uri="{9D8B030D-6E8A-4147-A177-3AD203B41FA5}">
                      <a16:colId xmlns:a16="http://schemas.microsoft.com/office/drawing/2014/main" val="314476008"/>
                    </a:ext>
                  </a:extLst>
                </a:gridCol>
                <a:gridCol w="2221413">
                  <a:extLst>
                    <a:ext uri="{9D8B030D-6E8A-4147-A177-3AD203B41FA5}">
                      <a16:colId xmlns:a16="http://schemas.microsoft.com/office/drawing/2014/main" val="1369201183"/>
                    </a:ext>
                  </a:extLst>
                </a:gridCol>
              </a:tblGrid>
              <a:tr h="405563">
                <a:tc>
                  <a:txBody>
                    <a:bodyPr/>
                    <a:lstStyle/>
                    <a:p>
                      <a:pPr marL="71120" algn="ctr">
                        <a:lnSpc>
                          <a:spcPts val="154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</a:t>
                      </a:r>
                      <a:r>
                        <a:rPr lang="en-US" sz="1400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540"/>
                        </a:lnSpc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54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r>
                        <a:rPr lang="en-US" sz="1400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03053016"/>
                  </a:ext>
                </a:extLst>
              </a:tr>
              <a:tr h="346260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Grey</a:t>
                      </a:r>
                      <a:r>
                        <a:rPr lang="en-US" sz="1400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</a:t>
                      </a:r>
                      <a:r>
                        <a:rPr lang="en-US" sz="14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972521"/>
                  </a:ext>
                </a:extLst>
              </a:tr>
              <a:tr h="345303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</a:t>
                      </a:r>
                      <a:r>
                        <a:rPr lang="en-US" sz="1400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Sand</a:t>
                      </a:r>
                      <a:r>
                        <a:rPr lang="en-US" sz="1400" spc="-4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42492415"/>
                  </a:ext>
                </a:extLst>
              </a:tr>
              <a:tr h="346260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Charcoal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6.97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57343199"/>
                  </a:ext>
                </a:extLst>
              </a:tr>
              <a:tr h="346260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Gravel</a:t>
                      </a:r>
                      <a:r>
                        <a:rPr lang="en-US" sz="1400" spc="-6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6.94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5026071"/>
                  </a:ext>
                </a:extLst>
              </a:tr>
              <a:tr h="349129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r>
                        <a:rPr lang="en-US" sz="1400" spc="-8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3530985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4DBA393A-667A-B771-1585-868CD1BCDA8F}"/>
              </a:ext>
            </a:extLst>
          </p:cNvPr>
          <p:cNvGrpSpPr>
            <a:grpSpLocks/>
          </p:cNvGrpSpPr>
          <p:nvPr/>
        </p:nvGrpSpPr>
        <p:grpSpPr>
          <a:xfrm>
            <a:off x="1600200" y="3510376"/>
            <a:ext cx="6781799" cy="2890424"/>
            <a:chOff x="4762" y="4762"/>
            <a:chExt cx="5102225" cy="2696210"/>
          </a:xfrm>
        </p:grpSpPr>
        <p:sp>
          <p:nvSpPr>
            <p:cNvPr id="6" name="Graphic 52">
              <a:extLst>
                <a:ext uri="{FF2B5EF4-FFF2-40B4-BE49-F238E27FC236}">
                  <a16:creationId xmlns:a16="http://schemas.microsoft.com/office/drawing/2014/main" id="{CBC01128-CBA9-2E1F-6775-320D253DD5B2}"/>
                </a:ext>
              </a:extLst>
            </p:cNvPr>
            <p:cNvSpPr/>
            <p:nvPr/>
          </p:nvSpPr>
          <p:spPr>
            <a:xfrm>
              <a:off x="464184" y="594296"/>
              <a:ext cx="4518025" cy="1117600"/>
            </a:xfrm>
            <a:custGeom>
              <a:avLst/>
              <a:gdLst/>
              <a:ahLst/>
              <a:cxnLst/>
              <a:rect l="l" t="t" r="r" b="b"/>
              <a:pathLst>
                <a:path w="4518025" h="1117600">
                  <a:moveTo>
                    <a:pt x="0" y="1117092"/>
                  </a:moveTo>
                  <a:lnTo>
                    <a:pt x="4518025" y="1117092"/>
                  </a:lnTo>
                </a:path>
                <a:path w="4518025" h="1117600">
                  <a:moveTo>
                    <a:pt x="0" y="931164"/>
                  </a:moveTo>
                  <a:lnTo>
                    <a:pt x="4518025" y="931164"/>
                  </a:lnTo>
                </a:path>
                <a:path w="4518025" h="1117600">
                  <a:moveTo>
                    <a:pt x="0" y="745109"/>
                  </a:moveTo>
                  <a:lnTo>
                    <a:pt x="4518025" y="745109"/>
                  </a:lnTo>
                </a:path>
                <a:path w="4518025" h="1117600">
                  <a:moveTo>
                    <a:pt x="0" y="559181"/>
                  </a:moveTo>
                  <a:lnTo>
                    <a:pt x="4518025" y="559181"/>
                  </a:lnTo>
                </a:path>
                <a:path w="4518025" h="1117600">
                  <a:moveTo>
                    <a:pt x="0" y="371983"/>
                  </a:moveTo>
                  <a:lnTo>
                    <a:pt x="4518025" y="371983"/>
                  </a:lnTo>
                </a:path>
                <a:path w="4518025" h="1117600">
                  <a:moveTo>
                    <a:pt x="0" y="185927"/>
                  </a:moveTo>
                  <a:lnTo>
                    <a:pt x="4518025" y="185927"/>
                  </a:lnTo>
                </a:path>
                <a:path w="4518025" h="1117600">
                  <a:moveTo>
                    <a:pt x="0" y="0"/>
                  </a:moveTo>
                  <a:lnTo>
                    <a:pt x="4518025" y="0"/>
                  </a:lnTo>
                </a:path>
              </a:pathLst>
            </a:custGeom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" name="Graphic 53">
              <a:extLst>
                <a:ext uri="{FF2B5EF4-FFF2-40B4-BE49-F238E27FC236}">
                  <a16:creationId xmlns:a16="http://schemas.microsoft.com/office/drawing/2014/main" id="{EC803F61-662B-8026-3B0D-689AC833C766}"/>
                </a:ext>
              </a:extLst>
            </p:cNvPr>
            <p:cNvSpPr/>
            <p:nvPr/>
          </p:nvSpPr>
          <p:spPr>
            <a:xfrm>
              <a:off x="915797" y="599630"/>
              <a:ext cx="3614420" cy="199390"/>
            </a:xfrm>
            <a:custGeom>
              <a:avLst/>
              <a:gdLst/>
              <a:ahLst/>
              <a:cxnLst/>
              <a:rect l="l" t="t" r="r" b="b"/>
              <a:pathLst>
                <a:path w="3614420" h="199390">
                  <a:moveTo>
                    <a:pt x="0" y="26288"/>
                  </a:moveTo>
                  <a:lnTo>
                    <a:pt x="903732" y="199135"/>
                  </a:lnTo>
                  <a:lnTo>
                    <a:pt x="1806828" y="0"/>
                  </a:lnTo>
                  <a:lnTo>
                    <a:pt x="2710053" y="5968"/>
                  </a:lnTo>
                  <a:lnTo>
                    <a:pt x="3614293" y="69214"/>
                  </a:lnTo>
                </a:path>
              </a:pathLst>
            </a:custGeom>
            <a:ln w="28575">
              <a:solidFill>
                <a:srgbClr val="EB792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pic>
          <p:nvPicPr>
            <p:cNvPr id="8" name="Image 54">
              <a:extLst>
                <a:ext uri="{FF2B5EF4-FFF2-40B4-BE49-F238E27FC236}">
                  <a16:creationId xmlns:a16="http://schemas.microsoft.com/office/drawing/2014/main" id="{EEF98536-9EA7-0878-BCE0-E19D57BF60D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030" y="591317"/>
              <a:ext cx="65641" cy="69146"/>
            </a:xfrm>
            <a:prstGeom prst="rect">
              <a:avLst/>
            </a:prstGeom>
          </p:spPr>
        </p:pic>
        <p:pic>
          <p:nvPicPr>
            <p:cNvPr id="9" name="Image 55">
              <a:extLst>
                <a:ext uri="{FF2B5EF4-FFF2-40B4-BE49-F238E27FC236}">
                  <a16:creationId xmlns:a16="http://schemas.microsoft.com/office/drawing/2014/main" id="{D2D183F3-EB2C-BDDD-092E-5F5676E3756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270" y="764169"/>
              <a:ext cx="65641" cy="69141"/>
            </a:xfrm>
            <a:prstGeom prst="rect">
              <a:avLst/>
            </a:prstGeom>
          </p:spPr>
        </p:pic>
        <p:pic>
          <p:nvPicPr>
            <p:cNvPr id="10" name="Image 56">
              <a:extLst>
                <a:ext uri="{FF2B5EF4-FFF2-40B4-BE49-F238E27FC236}">
                  <a16:creationId xmlns:a16="http://schemas.microsoft.com/office/drawing/2014/main" id="{27A3C8BD-D69A-BBC5-669E-7B0940A62B4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0367" y="565664"/>
              <a:ext cx="65639" cy="69145"/>
            </a:xfrm>
            <a:prstGeom prst="rect">
              <a:avLst/>
            </a:prstGeom>
          </p:spPr>
        </p:pic>
        <p:pic>
          <p:nvPicPr>
            <p:cNvPr id="11" name="Image 57">
              <a:extLst>
                <a:ext uri="{FF2B5EF4-FFF2-40B4-BE49-F238E27FC236}">
                  <a16:creationId xmlns:a16="http://schemas.microsoft.com/office/drawing/2014/main" id="{B14E41FC-B1D8-AFF7-5811-4760D67DAEE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3591" y="571000"/>
              <a:ext cx="65638" cy="69142"/>
            </a:xfrm>
            <a:prstGeom prst="rect">
              <a:avLst/>
            </a:prstGeom>
          </p:spPr>
        </p:pic>
        <p:pic>
          <p:nvPicPr>
            <p:cNvPr id="12" name="Image 58">
              <a:extLst>
                <a:ext uri="{FF2B5EF4-FFF2-40B4-BE49-F238E27FC236}">
                  <a16:creationId xmlns:a16="http://schemas.microsoft.com/office/drawing/2014/main" id="{310CC823-0055-37CF-8E00-7CEA25147B8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8466" y="634244"/>
              <a:ext cx="65639" cy="69145"/>
            </a:xfrm>
            <a:prstGeom prst="rect">
              <a:avLst/>
            </a:prstGeom>
          </p:spPr>
        </p:pic>
        <p:sp>
          <p:nvSpPr>
            <p:cNvPr id="13" name="Graphic 59">
              <a:extLst>
                <a:ext uri="{FF2B5EF4-FFF2-40B4-BE49-F238E27FC236}">
                  <a16:creationId xmlns:a16="http://schemas.microsoft.com/office/drawing/2014/main" id="{0DFE8C91-1DF7-C2A6-E4A6-66C69E817745}"/>
                </a:ext>
              </a:extLst>
            </p:cNvPr>
            <p:cNvSpPr/>
            <p:nvPr/>
          </p:nvSpPr>
          <p:spPr>
            <a:xfrm>
              <a:off x="464184" y="407733"/>
              <a:ext cx="4518025" cy="1490980"/>
            </a:xfrm>
            <a:custGeom>
              <a:avLst/>
              <a:gdLst/>
              <a:ahLst/>
              <a:cxnLst/>
              <a:rect l="l" t="t" r="r" b="b"/>
              <a:pathLst>
                <a:path w="4518025" h="1490980">
                  <a:moveTo>
                    <a:pt x="0" y="0"/>
                  </a:moveTo>
                  <a:lnTo>
                    <a:pt x="4518025" y="0"/>
                  </a:lnTo>
                </a:path>
                <a:path w="4518025" h="1490980">
                  <a:moveTo>
                    <a:pt x="0" y="1490852"/>
                  </a:moveTo>
                  <a:lnTo>
                    <a:pt x="4518025" y="1490852"/>
                  </a:lnTo>
                </a:path>
              </a:pathLst>
            </a:custGeom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Graphic 60">
              <a:extLst>
                <a:ext uri="{FF2B5EF4-FFF2-40B4-BE49-F238E27FC236}">
                  <a16:creationId xmlns:a16="http://schemas.microsoft.com/office/drawing/2014/main" id="{C3DBC812-82DC-136E-E389-CB0CD0B4C8D9}"/>
                </a:ext>
              </a:extLst>
            </p:cNvPr>
            <p:cNvSpPr/>
            <p:nvPr/>
          </p:nvSpPr>
          <p:spPr>
            <a:xfrm>
              <a:off x="915797" y="1899221"/>
              <a:ext cx="3614420" cy="1270"/>
            </a:xfrm>
            <a:custGeom>
              <a:avLst/>
              <a:gdLst/>
              <a:ahLst/>
              <a:cxnLst/>
              <a:rect l="l" t="t" r="r" b="b"/>
              <a:pathLst>
                <a:path w="3614420">
                  <a:moveTo>
                    <a:pt x="0" y="0"/>
                  </a:moveTo>
                  <a:lnTo>
                    <a:pt x="903732" y="0"/>
                  </a:lnTo>
                  <a:lnTo>
                    <a:pt x="1806828" y="0"/>
                  </a:lnTo>
                  <a:lnTo>
                    <a:pt x="2710053" y="0"/>
                  </a:lnTo>
                  <a:lnTo>
                    <a:pt x="3614293" y="0"/>
                  </a:lnTo>
                </a:path>
              </a:pathLst>
            </a:custGeom>
            <a:ln w="28575">
              <a:solidFill>
                <a:srgbClr val="446DC4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pic>
          <p:nvPicPr>
            <p:cNvPr id="15" name="Image 61">
              <a:extLst>
                <a:ext uri="{FF2B5EF4-FFF2-40B4-BE49-F238E27FC236}">
                  <a16:creationId xmlns:a16="http://schemas.microsoft.com/office/drawing/2014/main" id="{33163475-E48B-96B3-E0DB-30B865C00F8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3030" y="1864622"/>
              <a:ext cx="65641" cy="69142"/>
            </a:xfrm>
            <a:prstGeom prst="rect">
              <a:avLst/>
            </a:prstGeom>
          </p:spPr>
        </p:pic>
        <p:pic>
          <p:nvPicPr>
            <p:cNvPr id="16" name="Image 62">
              <a:extLst>
                <a:ext uri="{FF2B5EF4-FFF2-40B4-BE49-F238E27FC236}">
                  <a16:creationId xmlns:a16="http://schemas.microsoft.com/office/drawing/2014/main" id="{CD8FA87E-9366-5844-0E29-91CB52F9704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87270" y="1864620"/>
              <a:ext cx="65639" cy="69145"/>
            </a:xfrm>
            <a:prstGeom prst="rect">
              <a:avLst/>
            </a:prstGeom>
          </p:spPr>
        </p:pic>
        <p:pic>
          <p:nvPicPr>
            <p:cNvPr id="17" name="Image 63">
              <a:extLst>
                <a:ext uri="{FF2B5EF4-FFF2-40B4-BE49-F238E27FC236}">
                  <a16:creationId xmlns:a16="http://schemas.microsoft.com/office/drawing/2014/main" id="{88C0648B-183F-7BE2-8A76-D4D424B8859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0367" y="1864622"/>
              <a:ext cx="65639" cy="69142"/>
            </a:xfrm>
            <a:prstGeom prst="rect">
              <a:avLst/>
            </a:prstGeom>
          </p:spPr>
        </p:pic>
        <p:pic>
          <p:nvPicPr>
            <p:cNvPr id="18" name="Image 64">
              <a:extLst>
                <a:ext uri="{FF2B5EF4-FFF2-40B4-BE49-F238E27FC236}">
                  <a16:creationId xmlns:a16="http://schemas.microsoft.com/office/drawing/2014/main" id="{DC8610AF-1DEB-CCD1-906F-F9A8BDDA95D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3591" y="1864620"/>
              <a:ext cx="65638" cy="69145"/>
            </a:xfrm>
            <a:prstGeom prst="rect">
              <a:avLst/>
            </a:prstGeom>
          </p:spPr>
        </p:pic>
        <p:pic>
          <p:nvPicPr>
            <p:cNvPr id="19" name="Image 65">
              <a:extLst>
                <a:ext uri="{FF2B5EF4-FFF2-40B4-BE49-F238E27FC236}">
                  <a16:creationId xmlns:a16="http://schemas.microsoft.com/office/drawing/2014/main" id="{B5746865-4B2E-EE5A-352F-6DB9ACFFBB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8466" y="1864622"/>
              <a:ext cx="65639" cy="69142"/>
            </a:xfrm>
            <a:prstGeom prst="rect">
              <a:avLst/>
            </a:prstGeom>
          </p:spPr>
        </p:pic>
        <p:pic>
          <p:nvPicPr>
            <p:cNvPr id="20" name="Image 66">
              <a:extLst>
                <a:ext uri="{FF2B5EF4-FFF2-40B4-BE49-F238E27FC236}">
                  <a16:creationId xmlns:a16="http://schemas.microsoft.com/office/drawing/2014/main" id="{BAC0A8AF-34D8-EB58-91C7-AD66D22EFE9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38882" y="2494034"/>
              <a:ext cx="217297" cy="69142"/>
            </a:xfrm>
            <a:prstGeom prst="rect">
              <a:avLst/>
            </a:prstGeom>
          </p:spPr>
        </p:pic>
        <p:pic>
          <p:nvPicPr>
            <p:cNvPr id="21" name="Image 67">
              <a:extLst>
                <a:ext uri="{FF2B5EF4-FFF2-40B4-BE49-F238E27FC236}">
                  <a16:creationId xmlns:a16="http://schemas.microsoft.com/office/drawing/2014/main" id="{19BC3D45-E7BE-FA0C-C072-51720F2C4F0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4604" y="2494034"/>
              <a:ext cx="217297" cy="69142"/>
            </a:xfrm>
            <a:prstGeom prst="rect">
              <a:avLst/>
            </a:prstGeom>
          </p:spPr>
        </p:pic>
        <p:sp>
          <p:nvSpPr>
            <p:cNvPr id="22" name="Graphic 68">
              <a:extLst>
                <a:ext uri="{FF2B5EF4-FFF2-40B4-BE49-F238E27FC236}">
                  <a16:creationId xmlns:a16="http://schemas.microsoft.com/office/drawing/2014/main" id="{F2496B49-D7BC-396C-3110-7266B49C78DB}"/>
                </a:ext>
              </a:extLst>
            </p:cNvPr>
            <p:cNvSpPr/>
            <p:nvPr/>
          </p:nvSpPr>
          <p:spPr>
            <a:xfrm>
              <a:off x="4762" y="4762"/>
              <a:ext cx="5102225" cy="2696210"/>
            </a:xfrm>
            <a:custGeom>
              <a:avLst/>
              <a:gdLst/>
              <a:ahLst/>
              <a:cxnLst/>
              <a:rect l="l" t="t" r="r" b="b"/>
              <a:pathLst>
                <a:path w="5102225" h="2696210">
                  <a:moveTo>
                    <a:pt x="0" y="2696210"/>
                  </a:moveTo>
                  <a:lnTo>
                    <a:pt x="5101971" y="2696210"/>
                  </a:lnTo>
                  <a:lnTo>
                    <a:pt x="5101971" y="0"/>
                  </a:lnTo>
                  <a:lnTo>
                    <a:pt x="0" y="0"/>
                  </a:lnTo>
                  <a:lnTo>
                    <a:pt x="0" y="269621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E6F88D25-506A-1F5F-ECFC-578F1DF16837}"/>
                </a:ext>
              </a:extLst>
            </p:cNvPr>
            <p:cNvSpPr txBox="1"/>
            <p:nvPr/>
          </p:nvSpPr>
          <p:spPr>
            <a:xfrm>
              <a:off x="1597278" y="97683"/>
              <a:ext cx="1615440" cy="16891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1330"/>
                </a:lnSpc>
                <a:buNone/>
              </a:pPr>
              <a:r>
                <a:rPr lang="en-US" sz="1200">
                  <a:solidFill>
                    <a:srgbClr val="545454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pH</a:t>
              </a:r>
              <a:r>
                <a:rPr lang="en-US" sz="1200" spc="-100">
                  <a:solidFill>
                    <a:srgbClr val="545454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>
                  <a:solidFill>
                    <a:srgbClr val="545454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Test</a:t>
              </a:r>
              <a:r>
                <a:rPr lang="en-US" sz="1200" spc="-75">
                  <a:solidFill>
                    <a:srgbClr val="545454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>
                  <a:solidFill>
                    <a:srgbClr val="545454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for</a:t>
              </a:r>
              <a:r>
                <a:rPr lang="en-US" sz="1200" spc="-95">
                  <a:solidFill>
                    <a:srgbClr val="545454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>
                  <a:solidFill>
                    <a:srgbClr val="545454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different</a:t>
              </a:r>
              <a:r>
                <a:rPr lang="en-US" sz="1200" spc="-40">
                  <a:solidFill>
                    <a:srgbClr val="545454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spc="-10">
                  <a:solidFill>
                    <a:srgbClr val="545454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water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" name="Textbox 70">
              <a:extLst>
                <a:ext uri="{FF2B5EF4-FFF2-40B4-BE49-F238E27FC236}">
                  <a16:creationId xmlns:a16="http://schemas.microsoft.com/office/drawing/2014/main" id="{8B9EDE74-1073-AD07-EA65-95E17D595898}"/>
                </a:ext>
              </a:extLst>
            </p:cNvPr>
            <p:cNvSpPr txBox="1"/>
            <p:nvPr/>
          </p:nvSpPr>
          <p:spPr>
            <a:xfrm>
              <a:off x="319786" y="374840"/>
              <a:ext cx="71120" cy="149225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15"/>
                </a:lnSpc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270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70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8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8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7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8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lnSpc>
                  <a:spcPts val="1080"/>
                </a:lnSpc>
                <a:spcBef>
                  <a:spcPts val="48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5" name="Textbox 71">
              <a:extLst>
                <a:ext uri="{FF2B5EF4-FFF2-40B4-BE49-F238E27FC236}">
                  <a16:creationId xmlns:a16="http://schemas.microsoft.com/office/drawing/2014/main" id="{40F1249D-C598-6356-CF26-82BFEC30980C}"/>
                </a:ext>
              </a:extLst>
            </p:cNvPr>
            <p:cNvSpPr txBox="1"/>
            <p:nvPr/>
          </p:nvSpPr>
          <p:spPr>
            <a:xfrm>
              <a:off x="696213" y="2000719"/>
              <a:ext cx="206375" cy="11493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2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grey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6" name="Textbox 72">
              <a:extLst>
                <a:ext uri="{FF2B5EF4-FFF2-40B4-BE49-F238E27FC236}">
                  <a16:creationId xmlns:a16="http://schemas.microsoft.com/office/drawing/2014/main" id="{772F79D7-EDC4-2C53-36A9-DBE00ECC6CE3}"/>
                </a:ext>
              </a:extLst>
            </p:cNvPr>
            <p:cNvSpPr txBox="1"/>
            <p:nvPr/>
          </p:nvSpPr>
          <p:spPr>
            <a:xfrm>
              <a:off x="1633854" y="2000719"/>
              <a:ext cx="182880" cy="11493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2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fine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Textbox 73">
              <a:extLst>
                <a:ext uri="{FF2B5EF4-FFF2-40B4-BE49-F238E27FC236}">
                  <a16:creationId xmlns:a16="http://schemas.microsoft.com/office/drawing/2014/main" id="{E78D45CB-7033-F5FD-9187-477EF7D22C6B}"/>
                </a:ext>
              </a:extLst>
            </p:cNvPr>
            <p:cNvSpPr txBox="1"/>
            <p:nvPr/>
          </p:nvSpPr>
          <p:spPr>
            <a:xfrm>
              <a:off x="2574417" y="2006815"/>
              <a:ext cx="330200" cy="29019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5715" algn="ctr">
                <a:lnSpc>
                  <a:spcPts val="920"/>
                </a:lnSpc>
                <a:buNone/>
              </a:pPr>
              <a:r>
                <a:rPr lang="en-US" sz="900" spc="-1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gravel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lnSpc>
                  <a:spcPts val="1200"/>
                </a:lnSpc>
                <a:spcBef>
                  <a:spcPts val="165"/>
                </a:spcBef>
                <a:buNone/>
              </a:pPr>
              <a:r>
                <a:rPr lang="en-US" sz="1000" spc="-1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Water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8" name="Textbox 74">
              <a:extLst>
                <a:ext uri="{FF2B5EF4-FFF2-40B4-BE49-F238E27FC236}">
                  <a16:creationId xmlns:a16="http://schemas.microsoft.com/office/drawing/2014/main" id="{1B37833E-E4EF-912A-FF6B-6D029229D9EF}"/>
                </a:ext>
              </a:extLst>
            </p:cNvPr>
            <p:cNvSpPr txBox="1"/>
            <p:nvPr/>
          </p:nvSpPr>
          <p:spPr>
            <a:xfrm>
              <a:off x="3455289" y="2000719"/>
              <a:ext cx="316865" cy="11493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1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charco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9" name="Textbox 75">
              <a:extLst>
                <a:ext uri="{FF2B5EF4-FFF2-40B4-BE49-F238E27FC236}">
                  <a16:creationId xmlns:a16="http://schemas.microsoft.com/office/drawing/2014/main" id="{7F5DDC01-C178-A2C2-E12D-A579E03019D4}"/>
                </a:ext>
              </a:extLst>
            </p:cNvPr>
            <p:cNvSpPr txBox="1"/>
            <p:nvPr/>
          </p:nvSpPr>
          <p:spPr>
            <a:xfrm>
              <a:off x="4316729" y="2000719"/>
              <a:ext cx="163195" cy="11493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25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pre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Textbox 76">
              <a:extLst>
                <a:ext uri="{FF2B5EF4-FFF2-40B4-BE49-F238E27FC236}">
                  <a16:creationId xmlns:a16="http://schemas.microsoft.com/office/drawing/2014/main" id="{F0E4D8B1-8EFD-BD6C-5E09-54C7BB9744EE}"/>
                </a:ext>
              </a:extLst>
            </p:cNvPr>
            <p:cNvSpPr txBox="1"/>
            <p:nvPr/>
          </p:nvSpPr>
          <p:spPr>
            <a:xfrm>
              <a:off x="2799969" y="2493581"/>
              <a:ext cx="73025" cy="1143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7F993A1-AE68-582E-4C0B-110E18C3CDEB}"/>
              </a:ext>
            </a:extLst>
          </p:cNvPr>
          <p:cNvSpPr txBox="1"/>
          <p:nvPr/>
        </p:nvSpPr>
        <p:spPr>
          <a:xfrm>
            <a:off x="1966503" y="6472576"/>
            <a:ext cx="6334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Schematic</a:t>
            </a:r>
            <a:r>
              <a:rPr lang="en-US" sz="18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Graphical</a:t>
            </a:r>
            <a:r>
              <a:rPr lang="en-US" sz="18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representation</a:t>
            </a:r>
            <a:r>
              <a:rPr lang="en-US" sz="18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different</a:t>
            </a:r>
            <a:r>
              <a:rPr lang="en-US" sz="18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</a:t>
            </a:r>
            <a:r>
              <a:rPr lang="en-US" sz="1800" b="1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values</a:t>
            </a:r>
            <a:endParaRPr lang="en-IN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8C02AAE-541A-5973-6C73-6432337BB9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8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A698B0-2D3A-9E3C-FF70-45EBC33EE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299206"/>
              </p:ext>
            </p:extLst>
          </p:nvPr>
        </p:nvGraphicFramePr>
        <p:xfrm>
          <a:off x="990600" y="0"/>
          <a:ext cx="8153400" cy="625911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73374">
                  <a:extLst>
                    <a:ext uri="{9D8B030D-6E8A-4147-A177-3AD203B41FA5}">
                      <a16:colId xmlns:a16="http://schemas.microsoft.com/office/drawing/2014/main" val="1275152674"/>
                    </a:ext>
                  </a:extLst>
                </a:gridCol>
                <a:gridCol w="1882956">
                  <a:extLst>
                    <a:ext uri="{9D8B030D-6E8A-4147-A177-3AD203B41FA5}">
                      <a16:colId xmlns:a16="http://schemas.microsoft.com/office/drawing/2014/main" val="2211464851"/>
                    </a:ext>
                  </a:extLst>
                </a:gridCol>
                <a:gridCol w="780809">
                  <a:extLst>
                    <a:ext uri="{9D8B030D-6E8A-4147-A177-3AD203B41FA5}">
                      <a16:colId xmlns:a16="http://schemas.microsoft.com/office/drawing/2014/main" val="1306661435"/>
                    </a:ext>
                  </a:extLst>
                </a:gridCol>
                <a:gridCol w="1878158">
                  <a:extLst>
                    <a:ext uri="{9D8B030D-6E8A-4147-A177-3AD203B41FA5}">
                      <a16:colId xmlns:a16="http://schemas.microsoft.com/office/drawing/2014/main" val="603143939"/>
                    </a:ext>
                  </a:extLst>
                </a:gridCol>
                <a:gridCol w="1764012">
                  <a:extLst>
                    <a:ext uri="{9D8B030D-6E8A-4147-A177-3AD203B41FA5}">
                      <a16:colId xmlns:a16="http://schemas.microsoft.com/office/drawing/2014/main" val="2858428363"/>
                    </a:ext>
                  </a:extLst>
                </a:gridCol>
                <a:gridCol w="1174091">
                  <a:extLst>
                    <a:ext uri="{9D8B030D-6E8A-4147-A177-3AD203B41FA5}">
                      <a16:colId xmlns:a16="http://schemas.microsoft.com/office/drawing/2014/main" val="138745712"/>
                    </a:ext>
                  </a:extLst>
                </a:gridCol>
              </a:tblGrid>
              <a:tr h="1323939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Sr.</a:t>
                      </a:r>
                      <a:endParaRPr lang="en-IN" sz="1400" dirty="0">
                        <a:effectLst/>
                      </a:endParaRPr>
                    </a:p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No.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 dirty="0">
                          <a:effectLst/>
                        </a:rPr>
                        <a:t>Parameter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Unit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 dirty="0">
                          <a:effectLst/>
                        </a:rPr>
                        <a:t>Before Filtration (Sample</a:t>
                      </a:r>
                      <a:r>
                        <a:rPr lang="en-US" sz="1400" spc="-95" dirty="0">
                          <a:effectLst/>
                        </a:rPr>
                        <a:t> </a:t>
                      </a:r>
                      <a:r>
                        <a:rPr lang="en-US" sz="1400" spc="-10" dirty="0">
                          <a:effectLst/>
                        </a:rPr>
                        <a:t>A)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After Filtration (Sample</a:t>
                      </a:r>
                      <a:r>
                        <a:rPr lang="en-US" sz="1400" spc="-95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B)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Permissible </a:t>
                      </a:r>
                      <a:r>
                        <a:rPr lang="en-US" sz="1400">
                          <a:effectLst/>
                        </a:rPr>
                        <a:t>Limit (for </a:t>
                      </a:r>
                      <a:r>
                        <a:rPr lang="en-US" sz="1400" spc="-20">
                          <a:effectLst/>
                        </a:rPr>
                        <a:t>Non-potable </a:t>
                      </a:r>
                      <a:r>
                        <a:rPr lang="en-US" sz="1400" spc="-10">
                          <a:effectLst/>
                        </a:rPr>
                        <a:t>Use)*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6635772"/>
                  </a:ext>
                </a:extLst>
              </a:tr>
              <a:tr h="441313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pH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–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6.83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7.05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>
                          <a:effectLst/>
                        </a:rPr>
                        <a:t>6.5</a:t>
                      </a:r>
                      <a:r>
                        <a:rPr lang="en-US" sz="1400" spc="-1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–</a:t>
                      </a:r>
                      <a:r>
                        <a:rPr lang="en-US" sz="1400" spc="-10">
                          <a:effectLst/>
                        </a:rPr>
                        <a:t> </a:t>
                      </a:r>
                      <a:r>
                        <a:rPr lang="en-US" sz="1400" spc="-25">
                          <a:effectLst/>
                        </a:rPr>
                        <a:t>8.5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14147414"/>
                  </a:ext>
                </a:extLst>
              </a:tr>
              <a:tr h="441313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 dirty="0">
                          <a:effectLst/>
                        </a:rPr>
                        <a:t>Turbidity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NTU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58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6.5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&lt;10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22414533"/>
                  </a:ext>
                </a:extLst>
              </a:tr>
              <a:tr h="635570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96000"/>
                        </a:lnSpc>
                        <a:buNone/>
                      </a:pPr>
                      <a:r>
                        <a:rPr lang="en-US" sz="1400" spc="-10" dirty="0">
                          <a:effectLst/>
                        </a:rPr>
                        <a:t>TDS</a:t>
                      </a:r>
                      <a:r>
                        <a:rPr lang="en-US" sz="1400" spc="-110" dirty="0">
                          <a:effectLst/>
                        </a:rPr>
                        <a:t> </a:t>
                      </a:r>
                      <a:r>
                        <a:rPr lang="en-US" sz="1400" spc="-10" dirty="0">
                          <a:effectLst/>
                        </a:rPr>
                        <a:t>(Total Dissolved Solids)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 dirty="0">
                          <a:effectLst/>
                        </a:rPr>
                        <a:t>mg/L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950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480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&lt;2000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6365648"/>
                  </a:ext>
                </a:extLst>
              </a:tr>
              <a:tr h="848476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10"/>
                        </a:lnSpc>
                        <a:buNone/>
                      </a:pPr>
                      <a:r>
                        <a:rPr lang="en-US" sz="1400" spc="-25">
                          <a:effectLst/>
                        </a:rPr>
                        <a:t>BOD</a:t>
                      </a:r>
                      <a:endParaRPr lang="en-IN" sz="1400">
                        <a:effectLst/>
                      </a:endParaRPr>
                    </a:p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(Biochemical </a:t>
                      </a:r>
                      <a:r>
                        <a:rPr lang="en-US" sz="1400" spc="-10">
                          <a:effectLst/>
                        </a:rPr>
                        <a:t>Oxygen</a:t>
                      </a:r>
                      <a:endParaRPr lang="en-IN" sz="1400">
                        <a:effectLst/>
                      </a:endParaRPr>
                    </a:p>
                    <a:p>
                      <a:pPr marL="71120" algn="ctr">
                        <a:lnSpc>
                          <a:spcPts val="1530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Demand)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mg/L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120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25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&lt;30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35555932"/>
                  </a:ext>
                </a:extLst>
              </a:tr>
              <a:tr h="850184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COD</a:t>
                      </a:r>
                      <a:endParaRPr lang="en-IN" sz="1400">
                        <a:effectLst/>
                      </a:endParaRPr>
                    </a:p>
                    <a:p>
                      <a:pPr marL="71120" algn="ctr">
                        <a:lnSpc>
                          <a:spcPct val="98000"/>
                        </a:lnSpc>
                        <a:buNone/>
                      </a:pPr>
                      <a:r>
                        <a:rPr lang="en-US" sz="1400" spc="-20">
                          <a:effectLst/>
                        </a:rPr>
                        <a:t>(Chemical </a:t>
                      </a:r>
                      <a:r>
                        <a:rPr lang="en-US" sz="1400" spc="-10">
                          <a:effectLst/>
                        </a:rPr>
                        <a:t>Oxygen</a:t>
                      </a:r>
                      <a:endParaRPr lang="en-IN" sz="1400">
                        <a:effectLst/>
                      </a:endParaRPr>
                    </a:p>
                    <a:p>
                      <a:pPr marL="71120" algn="ctr">
                        <a:lnSpc>
                          <a:spcPts val="1535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Demand)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mg/L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280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65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 dirty="0">
                          <a:effectLst/>
                        </a:rPr>
                        <a:t>&lt;100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95338701"/>
                  </a:ext>
                </a:extLst>
              </a:tr>
              <a:tr h="630447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10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DO</a:t>
                      </a:r>
                      <a:r>
                        <a:rPr lang="en-US" sz="1400" spc="-95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(Dissolved Oxygen)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mg/L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2.1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6.4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&gt;4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65242340"/>
                  </a:ext>
                </a:extLst>
              </a:tr>
              <a:tr h="539882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7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56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Hardness</a:t>
                      </a:r>
                      <a:r>
                        <a:rPr lang="en-US" sz="1400" spc="-65">
                          <a:effectLst/>
                        </a:rPr>
                        <a:t> </a:t>
                      </a:r>
                      <a:r>
                        <a:rPr lang="en-US" sz="1400" spc="-25">
                          <a:effectLst/>
                        </a:rPr>
                        <a:t>(as</a:t>
                      </a:r>
                      <a:endParaRPr lang="en-IN" sz="1400">
                        <a:effectLst/>
                      </a:endParaRPr>
                    </a:p>
                    <a:p>
                      <a:pPr marL="71120" algn="ctr">
                        <a:lnSpc>
                          <a:spcPts val="1565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CaCO₃)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mg/L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410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190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 dirty="0">
                          <a:effectLst/>
                        </a:rPr>
                        <a:t>&lt;500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24015047"/>
                  </a:ext>
                </a:extLst>
              </a:tr>
              <a:tr h="267314"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50">
                          <a:effectLst/>
                        </a:rPr>
                        <a:t>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Odour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50">
                          <a:effectLst/>
                        </a:rPr>
                        <a:t>–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Unpleasant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10" dirty="0">
                          <a:effectLst/>
                        </a:rPr>
                        <a:t>Odourless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50" dirty="0">
                          <a:effectLst/>
                        </a:rPr>
                        <a:t>–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12172448"/>
                  </a:ext>
                </a:extLst>
              </a:tr>
              <a:tr h="280680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9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Colour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–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Greyish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Clear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 dirty="0">
                          <a:effectLst/>
                        </a:rPr>
                        <a:t>–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421579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0350BC-A856-18B8-5BB5-4B85CEF06366}"/>
              </a:ext>
            </a:extLst>
          </p:cNvPr>
          <p:cNvSpPr txBox="1"/>
          <p:nvPr/>
        </p:nvSpPr>
        <p:spPr>
          <a:xfrm>
            <a:off x="1981200" y="6295770"/>
            <a:ext cx="655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Test of water samples before and after Filtration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835170-F725-9DC0-0181-6D06E530B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2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D4D5-A839-094F-7565-1BFB5766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 Application</a:t>
            </a:r>
            <a:endParaRPr lang="en-IN" sz="3600" dirty="0">
              <a:solidFill>
                <a:srgbClr val="0070C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8797B38-18E8-6B61-B94F-C2078F8461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275510"/>
              </p:ext>
            </p:extLst>
          </p:nvPr>
        </p:nvGraphicFramePr>
        <p:xfrm>
          <a:off x="1435608" y="1447800"/>
          <a:ext cx="74980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BD27C17-5CE7-6C6F-A6E3-61C17D6F97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3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B8FE-885E-6D33-B9BB-2896D773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Advantage and disadvantage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F6E9F-ED79-875F-9C18-C0CA0C5CC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838200"/>
            <a:ext cx="7498080" cy="574516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en-IN" sz="2000" b="1" dirty="0"/>
          </a:p>
          <a:p>
            <a:pPr marL="0" indent="0" algn="just">
              <a:buNone/>
            </a:pPr>
            <a:r>
              <a:rPr lang="en-IN" sz="2000" b="1" dirty="0"/>
              <a:t>Advantages</a:t>
            </a:r>
            <a:r>
              <a:rPr lang="en-IN" b="1" dirty="0"/>
              <a:t>: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strain on freshwater resources by reusing treated greywater for non-       potable purposes.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to conserve water and reduce water bills.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sustainable water management practices.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the discharge of pollutants into waterways.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both residential and commercial purposes.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in water-scarce regions to reduce dependence on freshwater sources.</a:t>
            </a:r>
            <a:r>
              <a:rPr lang="en-US" sz="1800" b="1" dirty="0"/>
              <a:t> </a:t>
            </a:r>
          </a:p>
          <a:p>
            <a:pPr marL="0" indent="0">
              <a:buNone/>
            </a:pPr>
            <a:r>
              <a:rPr lang="en-US" sz="1800" b="1" dirty="0"/>
              <a:t>Disadvantages:</a:t>
            </a:r>
          </a:p>
          <a:p>
            <a:r>
              <a:rPr lang="en-US" sz="1800" dirty="0"/>
              <a:t> Requires initial investment for installation and maintenance of greywater purification system.</a:t>
            </a:r>
          </a:p>
          <a:p>
            <a:r>
              <a:rPr lang="en-US" sz="1800" dirty="0"/>
              <a:t> Requires regular maintenance and monitoring to ensure safe and effective water reuse.</a:t>
            </a:r>
          </a:p>
          <a:p>
            <a:r>
              <a:rPr lang="en-US" sz="1800" dirty="0"/>
              <a:t> Treated greywater may not be suitable for all non-potable uses (e.g., not suitable for drinking or cooking).</a:t>
            </a:r>
          </a:p>
          <a:p>
            <a:r>
              <a:rPr lang="en-US" sz="1800" dirty="0"/>
              <a:t>The level of treatment required may vary depending on the intended reuse of the water.</a:t>
            </a:r>
            <a:endParaRPr lang="en-IN" sz="1800" dirty="0"/>
          </a:p>
          <a:p>
            <a:pPr algn="just"/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1C33D-FFC4-FB97-AE20-4EE23FFB0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87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90B57-445B-FA9D-658B-E13F17EE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5196-3E35-2F93-92F3-AF001BC22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Conclusion &amp; Future Work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5EFBB-EA43-E708-7935-0963BD286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642" y="1407600"/>
            <a:ext cx="7406640" cy="4688400"/>
          </a:xfrm>
        </p:spPr>
        <p:txBody>
          <a:bodyPr>
            <a:normAutofit fontScale="70000" lnSpcReduction="20000"/>
          </a:bodyPr>
          <a:lstStyle/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800" dirty="0"/>
              <a:t>Greywater treatment is a cost-effective and eco-friendly method of water conservation.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800" dirty="0"/>
              <a:t>It reduces fresh water demand by reusing up to 70% of household wastewater.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800" dirty="0"/>
              <a:t>Final treated water is suitable for non-potable uses such as flushing, irrigation, and cleaning.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800" dirty="0"/>
              <a:t>Promotes sustainable water management at household and community levels.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/>
              <a:t>Future improvements in greywater treatment systems.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800" dirty="0"/>
              <a:t>Enhance filtration efficiency with advanced materials.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800" dirty="0"/>
              <a:t>Develop compact, modular, and portable designs.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800" dirty="0"/>
              <a:t>Use IoT-based monitoring for water quality testing.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800" dirty="0"/>
              <a:t>Recover useful resources like nutrients during treatment.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800" dirty="0"/>
              <a:t>Government policies and awareness campaigns for adoption.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39B26-CED1-BB41-57AE-DA1A0EC9A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4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30C7-18C6-E346-27F7-FBCC0F0E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C67C-F371-AAD0-0211-CDDED8F54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Acknowledgements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ECECE-7E6C-6FB3-7B7D-79417927E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452" y="1407599"/>
            <a:ext cx="7406640" cy="5023851"/>
          </a:xfrm>
        </p:spPr>
        <p:txBody>
          <a:bodyPr>
            <a:normAutofit/>
          </a:bodyPr>
          <a:lstStyle/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like to express my sincere gratitude to my project guide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Pratish Kannojiya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valuable guidance, support, and encouragement throughout the project. 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highly thankful to our Head of Department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Baijnath Nishad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providing the necessary facilities and academic support. 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extend my heartfelt thanks to the Research Head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Ankur Kumar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guidance and valuable suggestions. 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also like to thank my institution for providing an excellent environment to complete this project.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I am grateful to everyone who directly or indirectly contributed to the successful completion of this work.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AC4D2-53D6-CF00-A185-369DE857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1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22D9-E11C-5458-3D9F-E3F4665C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0733-8E58-A4C8-C37E-DFE4537C2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References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455DF-C4B2-A682-B4EC-9A7198095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407600"/>
            <a:ext cx="8001000" cy="5374200"/>
          </a:xfrm>
        </p:spPr>
        <p:txBody>
          <a:bodyPr>
            <a:normAutofit/>
          </a:bodyPr>
          <a:lstStyle/>
          <a:p>
            <a:pPr mar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"Design and Performance Evaluation of a Greywater Treatment System for        Residential Complexes in India"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Piyush Gupta et al. (2016)</a:t>
            </a:r>
          </a:p>
          <a:p>
            <a:pPr mar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"Greywater Recycling for Domestic Use in India: Opportunities, Challenges, and</a:t>
            </a:r>
          </a:p>
          <a:p>
            <a:pPr mar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Perspectives" by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Keshav Mohan et al. (2021)</a:t>
            </a:r>
          </a:p>
          <a:p>
            <a:pPr mar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"Assessment of Greywater Treatment Technologies for Urban India"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Shashwat        G. Mishra et al. (2018)</a:t>
            </a:r>
          </a:p>
          <a:p>
            <a:pPr mar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"Design and Development of a Low-Cost Greywater Treatment System for Indian</a:t>
            </a:r>
          </a:p>
          <a:p>
            <a:pPr mar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Households" by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Neha Gupta et al. (2019)</a:t>
            </a:r>
          </a:p>
          <a:p>
            <a:pPr mar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"Evaluation of Low-Cost Greywater Treatment Systems for Urban Areas in India" by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Himanshu Joshi et al. (2017)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573B1-9ABF-BB62-E9EC-653CC14D4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0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3873-A732-D926-FCA6-7460609C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81AB-8451-A425-B078-6499D1FFD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/>
              <a:t>                                                                                    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AC15F-A7E2-F31F-4A53-A09C7E20B0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522CEB-3A3E-CBC1-B344-320EFE80B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5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316</TotalTime>
  <Words>1476</Words>
  <Application>Microsoft Office PowerPoint</Application>
  <PresentationFormat>On-screen Show (4:3)</PresentationFormat>
  <Paragraphs>232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Gill Sans MT</vt:lpstr>
      <vt:lpstr>Times New Roman</vt:lpstr>
      <vt:lpstr>Verdana</vt:lpstr>
      <vt:lpstr>Wingdings</vt:lpstr>
      <vt:lpstr>Wingdings 2</vt:lpstr>
      <vt:lpstr>Solstice</vt:lpstr>
      <vt:lpstr>1st National Conference on Sustainable Civil Engineering &amp; Geospatial Technologies: Materials &amp; Innovations for Climate Resilience (NCRT-SCE 2026)   Buddha Institute of  Technology  GIDA, Gorakhpur    Date of Conference: 15th – 16th April 2026</vt:lpstr>
      <vt:lpstr>Contents</vt:lpstr>
      <vt:lpstr>Introduction</vt:lpstr>
      <vt:lpstr>Problem Statement</vt:lpstr>
      <vt:lpstr>Objectives</vt:lpstr>
      <vt:lpstr>Literature Survey</vt:lpstr>
      <vt:lpstr> Proposed Solution  </vt:lpstr>
      <vt:lpstr>Methodology</vt:lpstr>
      <vt:lpstr>Results &amp; Analysis</vt:lpstr>
      <vt:lpstr>PowerPoint Presentation</vt:lpstr>
      <vt:lpstr>PowerPoint Presentation</vt:lpstr>
      <vt:lpstr> Application</vt:lpstr>
      <vt:lpstr>Advantage and disadvantage</vt:lpstr>
      <vt:lpstr>Conclusion &amp; Future Work</vt:lpstr>
      <vt:lpstr>Acknowledgements</vt:lpstr>
      <vt:lpstr>References</vt:lpstr>
      <vt:lpstr>                                                                    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National Conference on Recent Trends in Science, Engineering and Technology (RTSET-2026)   Buddha Institute of  Technology , GIDA, Gorakhpur    Date of Conference: 27th – 28th March, 2026</dc:title>
  <dc:creator>office</dc:creator>
  <cp:lastModifiedBy>aloksinghsimpu9936@outlook.com</cp:lastModifiedBy>
  <cp:revision>33</cp:revision>
  <dcterms:created xsi:type="dcterms:W3CDTF">2006-08-16T00:00:00Z</dcterms:created>
  <dcterms:modified xsi:type="dcterms:W3CDTF">2026-04-14T12:38:50Z</dcterms:modified>
</cp:coreProperties>
</file>